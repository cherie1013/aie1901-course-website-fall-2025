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8"/>
  </p:notesMasterIdLst>
  <p:sldIdLst>
    <p:sldId id="256" r:id="rId2"/>
    <p:sldId id="257" r:id="rId3"/>
    <p:sldId id="258" r:id="rId4"/>
    <p:sldId id="292" r:id="rId5"/>
    <p:sldId id="259" r:id="rId6"/>
    <p:sldId id="323" r:id="rId7"/>
    <p:sldId id="293" r:id="rId8"/>
    <p:sldId id="295" r:id="rId9"/>
    <p:sldId id="294" r:id="rId10"/>
    <p:sldId id="296" r:id="rId11"/>
    <p:sldId id="299" r:id="rId12"/>
    <p:sldId id="325" r:id="rId13"/>
    <p:sldId id="300" r:id="rId14"/>
    <p:sldId id="301" r:id="rId15"/>
    <p:sldId id="288" r:id="rId16"/>
    <p:sldId id="289" r:id="rId17"/>
    <p:sldId id="302" r:id="rId18"/>
    <p:sldId id="303" r:id="rId19"/>
    <p:sldId id="304" r:id="rId20"/>
    <p:sldId id="322" r:id="rId21"/>
    <p:sldId id="305" r:id="rId22"/>
    <p:sldId id="306" r:id="rId23"/>
    <p:sldId id="307" r:id="rId24"/>
    <p:sldId id="308" r:id="rId25"/>
    <p:sldId id="309" r:id="rId26"/>
    <p:sldId id="310" r:id="rId27"/>
    <p:sldId id="311" r:id="rId28"/>
    <p:sldId id="317" r:id="rId29"/>
    <p:sldId id="319" r:id="rId30"/>
    <p:sldId id="313" r:id="rId31"/>
    <p:sldId id="320" r:id="rId32"/>
    <p:sldId id="316" r:id="rId33"/>
    <p:sldId id="314" r:id="rId34"/>
    <p:sldId id="315" r:id="rId35"/>
    <p:sldId id="321" r:id="rId36"/>
    <p:sldId id="277"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688" userDrawn="1">
          <p15:clr>
            <a:srgbClr val="A4A3A4"/>
          </p15:clr>
        </p15:guide>
        <p15:guide id="4" orient="horz" pos="111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2" autoAdjust="0"/>
    <p:restoredTop sz="87551" autoAdjust="0"/>
  </p:normalViewPr>
  <p:slideViewPr>
    <p:cSldViewPr snapToGrid="0" showGuides="1">
      <p:cViewPr varScale="1">
        <p:scale>
          <a:sx n="111" d="100"/>
          <a:sy n="111" d="100"/>
        </p:scale>
        <p:origin x="1080" y="200"/>
      </p:cViewPr>
      <p:guideLst>
        <p:guide orient="horz" pos="2160"/>
        <p:guide pos="3840"/>
        <p:guide pos="688"/>
        <p:guide orient="horz" pos="111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C66207-A66D-4567-8FE5-A955D0FEE3E7}" type="datetimeFigureOut">
              <a:rPr lang="zh-CN" altLang="en-US" smtClean="0"/>
              <a:t>2025/12/19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1EC959-1E4D-4BFA-BB3C-6D292178C0FE}" type="slidenum">
              <a:rPr lang="zh-CN" altLang="en-US" smtClean="0"/>
              <a:t>‹#›</a:t>
            </a:fld>
            <a:endParaRPr lang="zh-CN" altLang="en-US"/>
          </a:p>
        </p:txBody>
      </p:sp>
    </p:spTree>
    <p:extLst>
      <p:ext uri="{BB962C8B-B14F-4D97-AF65-F5344CB8AC3E}">
        <p14:creationId xmlns:p14="http://schemas.microsoft.com/office/powerpoint/2010/main" val="39647984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D1EC959-1E4D-4BFA-BB3C-6D292178C0FE}" type="slidenum">
              <a:rPr lang="zh-CN" altLang="en-US" smtClean="0"/>
              <a:t>1</a:t>
            </a:fld>
            <a:endParaRPr lang="zh-CN" altLang="en-US"/>
          </a:p>
        </p:txBody>
      </p:sp>
    </p:spTree>
    <p:extLst>
      <p:ext uri="{BB962C8B-B14F-4D97-AF65-F5344CB8AC3E}">
        <p14:creationId xmlns:p14="http://schemas.microsoft.com/office/powerpoint/2010/main" val="10582718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3C287-356E-6CCA-A4FF-8025EC6BC86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5300D6F-47AC-B241-E343-3A1FD752207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FC48A8C-9438-6BFF-BF45-66FF10ABF23C}"/>
              </a:ext>
            </a:extLst>
          </p:cNvPr>
          <p:cNvSpPr>
            <a:spLocks noGrp="1"/>
          </p:cNvSpPr>
          <p:nvPr>
            <p:ph type="body" idx="1"/>
          </p:nvPr>
        </p:nvSpPr>
        <p:spPr/>
        <p:txBody>
          <a:bodyPr/>
          <a:lstStyle/>
          <a:p>
            <a:endParaRPr lang="zh-CN" altLang="zh-CN" sz="1200" kern="120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69A957E5-B18A-4443-B529-3AD8702F6491}"/>
              </a:ext>
            </a:extLst>
          </p:cNvPr>
          <p:cNvSpPr>
            <a:spLocks noGrp="1"/>
          </p:cNvSpPr>
          <p:nvPr>
            <p:ph type="sldNum" sz="quarter" idx="5"/>
          </p:nvPr>
        </p:nvSpPr>
        <p:spPr/>
        <p:txBody>
          <a:bodyPr/>
          <a:lstStyle/>
          <a:p>
            <a:fld id="{5D1EC959-1E4D-4BFA-BB3C-6D292178C0FE}" type="slidenum">
              <a:rPr lang="zh-CN" altLang="en-US" smtClean="0"/>
              <a:t>2</a:t>
            </a:fld>
            <a:endParaRPr lang="zh-CN" altLang="en-US"/>
          </a:p>
        </p:txBody>
      </p:sp>
    </p:spTree>
    <p:extLst>
      <p:ext uri="{BB962C8B-B14F-4D97-AF65-F5344CB8AC3E}">
        <p14:creationId xmlns:p14="http://schemas.microsoft.com/office/powerpoint/2010/main" val="41872150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B49D0-7CE4-679C-D804-8D2115BC232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BA52486-84D6-A7A1-C7E8-6022A55E92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80F0060-1FE7-F43F-3742-8A7873F1BAE8}"/>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909E84F-6245-92E3-DB15-4B66AAE85C44}"/>
              </a:ext>
            </a:extLst>
          </p:cNvPr>
          <p:cNvSpPr>
            <a:spLocks noGrp="1"/>
          </p:cNvSpPr>
          <p:nvPr>
            <p:ph type="sldNum" sz="quarter" idx="5"/>
          </p:nvPr>
        </p:nvSpPr>
        <p:spPr/>
        <p:txBody>
          <a:bodyPr/>
          <a:lstStyle/>
          <a:p>
            <a:fld id="{5D1EC959-1E4D-4BFA-BB3C-6D292178C0FE}" type="slidenum">
              <a:rPr lang="zh-CN" altLang="en-US" smtClean="0"/>
              <a:t>3</a:t>
            </a:fld>
            <a:endParaRPr lang="zh-CN" altLang="en-US"/>
          </a:p>
        </p:txBody>
      </p:sp>
    </p:spTree>
    <p:extLst>
      <p:ext uri="{BB962C8B-B14F-4D97-AF65-F5344CB8AC3E}">
        <p14:creationId xmlns:p14="http://schemas.microsoft.com/office/powerpoint/2010/main" val="3630842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A207F-3257-CAB9-9736-FA3FE019D46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86CD3C7-F908-4BC9-DA64-B3F1A57A1B6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B633337-2F33-C569-10B7-43EB1823FF3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0E187A8D-A70C-CEC8-949D-9EE4D6361E75}"/>
              </a:ext>
            </a:extLst>
          </p:cNvPr>
          <p:cNvSpPr>
            <a:spLocks noGrp="1"/>
          </p:cNvSpPr>
          <p:nvPr>
            <p:ph type="sldNum" sz="quarter" idx="5"/>
          </p:nvPr>
        </p:nvSpPr>
        <p:spPr/>
        <p:txBody>
          <a:bodyPr/>
          <a:lstStyle/>
          <a:p>
            <a:fld id="{5D1EC959-1E4D-4BFA-BB3C-6D292178C0FE}" type="slidenum">
              <a:rPr lang="zh-CN" altLang="en-US" smtClean="0"/>
              <a:t>4</a:t>
            </a:fld>
            <a:endParaRPr lang="zh-CN" altLang="en-US"/>
          </a:p>
        </p:txBody>
      </p:sp>
    </p:spTree>
    <p:extLst>
      <p:ext uri="{BB962C8B-B14F-4D97-AF65-F5344CB8AC3E}">
        <p14:creationId xmlns:p14="http://schemas.microsoft.com/office/powerpoint/2010/main" val="20495981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B0C30-525B-3A5F-CF1B-CAE10160014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0442B94-1A6B-B55F-6609-8C0D136DBEE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56BA12E-BEE8-A304-5E1B-7B79A93C4C65}"/>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890960B-4974-E8D4-A69F-2338D467CCF1}"/>
              </a:ext>
            </a:extLst>
          </p:cNvPr>
          <p:cNvSpPr>
            <a:spLocks noGrp="1"/>
          </p:cNvSpPr>
          <p:nvPr>
            <p:ph type="sldNum" sz="quarter" idx="5"/>
          </p:nvPr>
        </p:nvSpPr>
        <p:spPr/>
        <p:txBody>
          <a:bodyPr/>
          <a:lstStyle/>
          <a:p>
            <a:fld id="{5D1EC959-1E4D-4BFA-BB3C-6D292178C0FE}" type="slidenum">
              <a:rPr lang="zh-CN" altLang="en-US" smtClean="0"/>
              <a:t>5</a:t>
            </a:fld>
            <a:endParaRPr lang="zh-CN" altLang="en-US"/>
          </a:p>
        </p:txBody>
      </p:sp>
    </p:spTree>
    <p:extLst>
      <p:ext uri="{BB962C8B-B14F-4D97-AF65-F5344CB8AC3E}">
        <p14:creationId xmlns:p14="http://schemas.microsoft.com/office/powerpoint/2010/main" val="11064190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CD42B-335E-AD12-C696-CA5A3DA4F20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71E17BE-2C45-DCE9-FA13-16CFAE4C810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E6C5D7E-573E-048D-28CA-8692239A6F1A}"/>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3DB8971-938A-A984-F2C3-3DD4249FE3A0}"/>
              </a:ext>
            </a:extLst>
          </p:cNvPr>
          <p:cNvSpPr>
            <a:spLocks noGrp="1"/>
          </p:cNvSpPr>
          <p:nvPr>
            <p:ph type="sldNum" sz="quarter" idx="5"/>
          </p:nvPr>
        </p:nvSpPr>
        <p:spPr/>
        <p:txBody>
          <a:bodyPr/>
          <a:lstStyle/>
          <a:p>
            <a:fld id="{5D1EC959-1E4D-4BFA-BB3C-6D292178C0FE}" type="slidenum">
              <a:rPr lang="zh-CN" altLang="en-US" smtClean="0"/>
              <a:t>6</a:t>
            </a:fld>
            <a:endParaRPr lang="zh-CN" altLang="en-US"/>
          </a:p>
        </p:txBody>
      </p:sp>
    </p:spTree>
    <p:extLst>
      <p:ext uri="{BB962C8B-B14F-4D97-AF65-F5344CB8AC3E}">
        <p14:creationId xmlns:p14="http://schemas.microsoft.com/office/powerpoint/2010/main" val="9474236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F4A37-E2ED-C2C6-4278-75C72263C74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2DE09B0-8D4C-54B6-D44A-FC64D75DDB0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D28DBD2-0EFD-9582-FC48-E5CB64090006}"/>
              </a:ext>
            </a:extLst>
          </p:cNvPr>
          <p:cNvSpPr>
            <a:spLocks noGrp="1"/>
          </p:cNvSpPr>
          <p:nvPr>
            <p:ph type="body" idx="1"/>
          </p:nvPr>
        </p:nvSpPr>
        <p:spPr/>
        <p:txBody>
          <a:bodyPr/>
          <a:lstStyle/>
          <a:p>
            <a:pPr marL="0" indent="0" algn="just">
              <a:buClr>
                <a:schemeClr val="accent1">
                  <a:lumMod val="50000"/>
                </a:schemeClr>
              </a:buClr>
              <a:buFont typeface="Wingdings" panose="05000000000000000000" pitchFamily="2" charset="2"/>
              <a:buNone/>
            </a:pPr>
            <a:endParaRPr lang="en-US" altLang="zh-CN" sz="1200">
              <a:effectLst/>
              <a:latin typeface="Calibri" panose="020F0502020204030204" pitchFamily="34" charset="0"/>
              <a:ea typeface="Calibri" panose="020F0502020204030204" pitchFamily="34" charset="0"/>
              <a:cs typeface="Calibri" panose="020F0502020204030204" pitchFamily="34" charset="0"/>
            </a:endParaRPr>
          </a:p>
        </p:txBody>
      </p:sp>
      <p:sp>
        <p:nvSpPr>
          <p:cNvPr id="4" name="灯片编号占位符 3">
            <a:extLst>
              <a:ext uri="{FF2B5EF4-FFF2-40B4-BE49-F238E27FC236}">
                <a16:creationId xmlns:a16="http://schemas.microsoft.com/office/drawing/2014/main" id="{7CB0B593-56F8-2D78-A0DB-C603C7DA457B}"/>
              </a:ext>
            </a:extLst>
          </p:cNvPr>
          <p:cNvSpPr>
            <a:spLocks noGrp="1"/>
          </p:cNvSpPr>
          <p:nvPr>
            <p:ph type="sldNum" sz="quarter" idx="5"/>
          </p:nvPr>
        </p:nvSpPr>
        <p:spPr/>
        <p:txBody>
          <a:bodyPr/>
          <a:lstStyle/>
          <a:p>
            <a:fld id="{5D1EC959-1E4D-4BFA-BB3C-6D292178C0FE}" type="slidenum">
              <a:rPr lang="zh-CN" altLang="en-US" smtClean="0"/>
              <a:t>7</a:t>
            </a:fld>
            <a:endParaRPr lang="zh-CN" altLang="en-US"/>
          </a:p>
        </p:txBody>
      </p:sp>
    </p:spTree>
    <p:extLst>
      <p:ext uri="{BB962C8B-B14F-4D97-AF65-F5344CB8AC3E}">
        <p14:creationId xmlns:p14="http://schemas.microsoft.com/office/powerpoint/2010/main" val="33216740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ACFFC-60A7-77ED-B24F-5A9955A753F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DCF2BE9-784A-E113-69DD-0DF7493789B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5B5045C-25FB-6C6D-D412-79F5869E8B64}"/>
              </a:ext>
            </a:extLst>
          </p:cNvPr>
          <p:cNvSpPr>
            <a:spLocks noGrp="1"/>
          </p:cNvSpPr>
          <p:nvPr>
            <p:ph type="body" idx="1"/>
          </p:nvPr>
        </p:nvSpPr>
        <p:spPr/>
        <p:txBody>
          <a:bodyPr/>
          <a:lstStyle/>
          <a:p>
            <a:pPr marL="0" indent="0" algn="just">
              <a:buClr>
                <a:schemeClr val="accent1">
                  <a:lumMod val="50000"/>
                </a:schemeClr>
              </a:buClr>
              <a:buFont typeface="Wingdings" panose="05000000000000000000" pitchFamily="2" charset="2"/>
              <a:buNone/>
            </a:pPr>
            <a:endParaRPr lang="en-US" altLang="zh-CN" sz="1200">
              <a:effectLst/>
              <a:latin typeface="Calibri" panose="020F0502020204030204" pitchFamily="34" charset="0"/>
              <a:ea typeface="Calibri" panose="020F0502020204030204" pitchFamily="34" charset="0"/>
              <a:cs typeface="Calibri" panose="020F0502020204030204" pitchFamily="34" charset="0"/>
            </a:endParaRPr>
          </a:p>
        </p:txBody>
      </p:sp>
      <p:sp>
        <p:nvSpPr>
          <p:cNvPr id="4" name="灯片编号占位符 3">
            <a:extLst>
              <a:ext uri="{FF2B5EF4-FFF2-40B4-BE49-F238E27FC236}">
                <a16:creationId xmlns:a16="http://schemas.microsoft.com/office/drawing/2014/main" id="{F36FB2BE-D766-1BC8-7B7A-F3D1A174B9B9}"/>
              </a:ext>
            </a:extLst>
          </p:cNvPr>
          <p:cNvSpPr>
            <a:spLocks noGrp="1"/>
          </p:cNvSpPr>
          <p:nvPr>
            <p:ph type="sldNum" sz="quarter" idx="5"/>
          </p:nvPr>
        </p:nvSpPr>
        <p:spPr/>
        <p:txBody>
          <a:bodyPr/>
          <a:lstStyle/>
          <a:p>
            <a:fld id="{5D1EC959-1E4D-4BFA-BB3C-6D292178C0FE}" type="slidenum">
              <a:rPr lang="zh-CN" altLang="en-US" smtClean="0"/>
              <a:t>8</a:t>
            </a:fld>
            <a:endParaRPr lang="zh-CN" altLang="en-US"/>
          </a:p>
        </p:txBody>
      </p:sp>
    </p:spTree>
    <p:extLst>
      <p:ext uri="{BB962C8B-B14F-4D97-AF65-F5344CB8AC3E}">
        <p14:creationId xmlns:p14="http://schemas.microsoft.com/office/powerpoint/2010/main" val="32468889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A4B74-6D2E-61A0-D606-3044A6E9BE1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F755B19-6499-8FA9-E0A8-E2ACE5D5DEA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8C49D39-103B-00B4-2C13-0D5B5C388546}"/>
              </a:ext>
            </a:extLst>
          </p:cNvPr>
          <p:cNvSpPr>
            <a:spLocks noGrp="1"/>
          </p:cNvSpPr>
          <p:nvPr>
            <p:ph type="body" idx="1"/>
          </p:nvPr>
        </p:nvSpPr>
        <p:spPr/>
        <p:txBody>
          <a:bodyPr/>
          <a:lstStyle/>
          <a:p>
            <a:pPr marL="0" indent="0" algn="just">
              <a:buClr>
                <a:schemeClr val="accent1">
                  <a:lumMod val="50000"/>
                </a:schemeClr>
              </a:buClr>
              <a:buFont typeface="Wingdings" panose="05000000000000000000" pitchFamily="2" charset="2"/>
              <a:buNone/>
            </a:pPr>
            <a:endParaRPr lang="en-US" altLang="zh-CN" sz="1200">
              <a:effectLst/>
              <a:latin typeface="Calibri" panose="020F0502020204030204" pitchFamily="34" charset="0"/>
              <a:ea typeface="Calibri" panose="020F0502020204030204" pitchFamily="34" charset="0"/>
              <a:cs typeface="Calibri" panose="020F0502020204030204" pitchFamily="34" charset="0"/>
            </a:endParaRPr>
          </a:p>
        </p:txBody>
      </p:sp>
      <p:sp>
        <p:nvSpPr>
          <p:cNvPr id="4" name="灯片编号占位符 3">
            <a:extLst>
              <a:ext uri="{FF2B5EF4-FFF2-40B4-BE49-F238E27FC236}">
                <a16:creationId xmlns:a16="http://schemas.microsoft.com/office/drawing/2014/main" id="{B3048793-1F13-E97F-E72F-8465193B5B7F}"/>
              </a:ext>
            </a:extLst>
          </p:cNvPr>
          <p:cNvSpPr>
            <a:spLocks noGrp="1"/>
          </p:cNvSpPr>
          <p:nvPr>
            <p:ph type="sldNum" sz="quarter" idx="5"/>
          </p:nvPr>
        </p:nvSpPr>
        <p:spPr/>
        <p:txBody>
          <a:bodyPr/>
          <a:lstStyle/>
          <a:p>
            <a:fld id="{5D1EC959-1E4D-4BFA-BB3C-6D292178C0FE}" type="slidenum">
              <a:rPr lang="zh-CN" altLang="en-US" smtClean="0"/>
              <a:t>9</a:t>
            </a:fld>
            <a:endParaRPr lang="zh-CN" altLang="en-US"/>
          </a:p>
        </p:txBody>
      </p:sp>
    </p:spTree>
    <p:extLst>
      <p:ext uri="{BB962C8B-B14F-4D97-AF65-F5344CB8AC3E}">
        <p14:creationId xmlns:p14="http://schemas.microsoft.com/office/powerpoint/2010/main" val="42726410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CCA49-8243-2007-7552-29BA9ED6F6C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ADE93B3-EEA5-4DBE-A8C6-0A8F5B586FF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B817967-EA65-9A4D-B6E5-A2AB959F56CB}"/>
              </a:ext>
            </a:extLst>
          </p:cNvPr>
          <p:cNvSpPr>
            <a:spLocks noGrp="1"/>
          </p:cNvSpPr>
          <p:nvPr>
            <p:ph type="body" idx="1"/>
          </p:nvPr>
        </p:nvSpPr>
        <p:spPr/>
        <p:txBody>
          <a:bodyPr/>
          <a:lstStyle/>
          <a:p>
            <a:pPr marL="0" indent="0" algn="just">
              <a:buClr>
                <a:schemeClr val="accent1">
                  <a:lumMod val="50000"/>
                </a:schemeClr>
              </a:buClr>
              <a:buFont typeface="Wingdings" panose="05000000000000000000" pitchFamily="2" charset="2"/>
              <a:buNone/>
            </a:pPr>
            <a:endParaRPr lang="en-US" altLang="zh-CN" sz="1200">
              <a:effectLst/>
              <a:latin typeface="Calibri" panose="020F0502020204030204" pitchFamily="34" charset="0"/>
              <a:ea typeface="Calibri" panose="020F0502020204030204" pitchFamily="34" charset="0"/>
              <a:cs typeface="Calibri" panose="020F0502020204030204" pitchFamily="34" charset="0"/>
            </a:endParaRPr>
          </a:p>
        </p:txBody>
      </p:sp>
      <p:sp>
        <p:nvSpPr>
          <p:cNvPr id="4" name="灯片编号占位符 3">
            <a:extLst>
              <a:ext uri="{FF2B5EF4-FFF2-40B4-BE49-F238E27FC236}">
                <a16:creationId xmlns:a16="http://schemas.microsoft.com/office/drawing/2014/main" id="{344C9019-CC2D-7634-B40B-F9CA182E8D4A}"/>
              </a:ext>
            </a:extLst>
          </p:cNvPr>
          <p:cNvSpPr>
            <a:spLocks noGrp="1"/>
          </p:cNvSpPr>
          <p:nvPr>
            <p:ph type="sldNum" sz="quarter" idx="5"/>
          </p:nvPr>
        </p:nvSpPr>
        <p:spPr/>
        <p:txBody>
          <a:bodyPr/>
          <a:lstStyle/>
          <a:p>
            <a:fld id="{5D1EC959-1E4D-4BFA-BB3C-6D292178C0FE}" type="slidenum">
              <a:rPr lang="zh-CN" altLang="en-US" smtClean="0"/>
              <a:t>10</a:t>
            </a:fld>
            <a:endParaRPr lang="zh-CN" altLang="en-US"/>
          </a:p>
        </p:txBody>
      </p:sp>
    </p:spTree>
    <p:extLst>
      <p:ext uri="{BB962C8B-B14F-4D97-AF65-F5344CB8AC3E}">
        <p14:creationId xmlns:p14="http://schemas.microsoft.com/office/powerpoint/2010/main" val="27928380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56A3E-6AAE-84D8-24D8-92C25CB1AC3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44E24AC-463D-22D2-AD4C-251E2699E98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52A9B82-B32A-BFA0-5FAB-9BFABA8D435C}"/>
              </a:ext>
            </a:extLst>
          </p:cNvPr>
          <p:cNvSpPr>
            <a:spLocks noGrp="1"/>
          </p:cNvSpPr>
          <p:nvPr>
            <p:ph type="body" idx="1"/>
          </p:nvPr>
        </p:nvSpPr>
        <p:spPr/>
        <p:txBody>
          <a:bodyPr/>
          <a:lstStyle/>
          <a:p>
            <a:pPr marL="0" indent="0" algn="just">
              <a:buClr>
                <a:schemeClr val="accent1">
                  <a:lumMod val="50000"/>
                </a:schemeClr>
              </a:buClr>
              <a:buFont typeface="Wingdings" panose="05000000000000000000" pitchFamily="2" charset="2"/>
              <a:buNone/>
            </a:pPr>
            <a:endParaRPr lang="en-US" altLang="zh-CN" sz="1200">
              <a:effectLst/>
              <a:latin typeface="Calibri" panose="020F0502020204030204" pitchFamily="34" charset="0"/>
              <a:ea typeface="Calibri" panose="020F0502020204030204" pitchFamily="34" charset="0"/>
              <a:cs typeface="Calibri" panose="020F0502020204030204" pitchFamily="34" charset="0"/>
            </a:endParaRPr>
          </a:p>
        </p:txBody>
      </p:sp>
      <p:sp>
        <p:nvSpPr>
          <p:cNvPr id="4" name="灯片编号占位符 3">
            <a:extLst>
              <a:ext uri="{FF2B5EF4-FFF2-40B4-BE49-F238E27FC236}">
                <a16:creationId xmlns:a16="http://schemas.microsoft.com/office/drawing/2014/main" id="{3F80918B-7148-2627-3B71-21B80CD28D44}"/>
              </a:ext>
            </a:extLst>
          </p:cNvPr>
          <p:cNvSpPr>
            <a:spLocks noGrp="1"/>
          </p:cNvSpPr>
          <p:nvPr>
            <p:ph type="sldNum" sz="quarter" idx="5"/>
          </p:nvPr>
        </p:nvSpPr>
        <p:spPr/>
        <p:txBody>
          <a:bodyPr/>
          <a:lstStyle/>
          <a:p>
            <a:fld id="{5D1EC959-1E4D-4BFA-BB3C-6D292178C0FE}" type="slidenum">
              <a:rPr lang="zh-CN" altLang="en-US" smtClean="0"/>
              <a:t>11</a:t>
            </a:fld>
            <a:endParaRPr lang="zh-CN" altLang="en-US"/>
          </a:p>
        </p:txBody>
      </p:sp>
    </p:spTree>
    <p:extLst>
      <p:ext uri="{BB962C8B-B14F-4D97-AF65-F5344CB8AC3E}">
        <p14:creationId xmlns:p14="http://schemas.microsoft.com/office/powerpoint/2010/main" val="36904039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DF472-EC29-14B0-2873-F6E80684D3C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1D04CE7-9525-D182-F914-BC3A9CD1D5C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47FB8D5-A7CD-370D-CCD5-55BD25CF2389}"/>
              </a:ext>
            </a:extLst>
          </p:cNvPr>
          <p:cNvSpPr>
            <a:spLocks noGrp="1"/>
          </p:cNvSpPr>
          <p:nvPr>
            <p:ph type="body" idx="1"/>
          </p:nvPr>
        </p:nvSpPr>
        <p:spPr/>
        <p:txBody>
          <a:bodyPr/>
          <a:lstStyle/>
          <a:p>
            <a:pPr marL="0" indent="0" algn="just">
              <a:buClr>
                <a:schemeClr val="accent1">
                  <a:lumMod val="50000"/>
                </a:schemeClr>
              </a:buClr>
              <a:buFont typeface="Wingdings" panose="05000000000000000000" pitchFamily="2" charset="2"/>
              <a:buNone/>
            </a:pPr>
            <a:endParaRPr lang="en-US" altLang="zh-CN" sz="1200">
              <a:effectLst/>
              <a:latin typeface="Calibri" panose="020F0502020204030204" pitchFamily="34" charset="0"/>
              <a:ea typeface="Calibri" panose="020F0502020204030204" pitchFamily="34" charset="0"/>
              <a:cs typeface="Calibri" panose="020F0502020204030204" pitchFamily="34" charset="0"/>
            </a:endParaRPr>
          </a:p>
        </p:txBody>
      </p:sp>
      <p:sp>
        <p:nvSpPr>
          <p:cNvPr id="4" name="灯片编号占位符 3">
            <a:extLst>
              <a:ext uri="{FF2B5EF4-FFF2-40B4-BE49-F238E27FC236}">
                <a16:creationId xmlns:a16="http://schemas.microsoft.com/office/drawing/2014/main" id="{F654A88D-0247-CDE2-4AF9-EF6DF3A28110}"/>
              </a:ext>
            </a:extLst>
          </p:cNvPr>
          <p:cNvSpPr>
            <a:spLocks noGrp="1"/>
          </p:cNvSpPr>
          <p:nvPr>
            <p:ph type="sldNum" sz="quarter" idx="5"/>
          </p:nvPr>
        </p:nvSpPr>
        <p:spPr/>
        <p:txBody>
          <a:bodyPr/>
          <a:lstStyle/>
          <a:p>
            <a:fld id="{5D1EC959-1E4D-4BFA-BB3C-6D292178C0FE}" type="slidenum">
              <a:rPr lang="zh-CN" altLang="en-US" smtClean="0"/>
              <a:t>12</a:t>
            </a:fld>
            <a:endParaRPr lang="zh-CN" altLang="en-US"/>
          </a:p>
        </p:txBody>
      </p:sp>
    </p:spTree>
    <p:extLst>
      <p:ext uri="{BB962C8B-B14F-4D97-AF65-F5344CB8AC3E}">
        <p14:creationId xmlns:p14="http://schemas.microsoft.com/office/powerpoint/2010/main" val="23931237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CC918-33F4-438D-C3B8-4909DE7C1E6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A7AD6C6-2858-E38D-9227-317E37F1CA8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2FFB2D-7563-C9C5-19A8-8E92324F55EC}"/>
              </a:ext>
            </a:extLst>
          </p:cNvPr>
          <p:cNvSpPr>
            <a:spLocks noGrp="1"/>
          </p:cNvSpPr>
          <p:nvPr>
            <p:ph type="body" idx="1"/>
          </p:nvPr>
        </p:nvSpPr>
        <p:spPr/>
        <p:txBody>
          <a:bodyPr/>
          <a:lstStyle/>
          <a:p>
            <a:pPr marL="0" indent="0" algn="just">
              <a:buClr>
                <a:schemeClr val="accent1">
                  <a:lumMod val="50000"/>
                </a:schemeClr>
              </a:buClr>
              <a:buFont typeface="Wingdings" panose="05000000000000000000" pitchFamily="2" charset="2"/>
              <a:buNone/>
            </a:pPr>
            <a:endParaRPr lang="en-US" altLang="zh-CN" sz="1200">
              <a:effectLst/>
              <a:latin typeface="Calibri" panose="020F0502020204030204" pitchFamily="34" charset="0"/>
              <a:ea typeface="Calibri" panose="020F0502020204030204" pitchFamily="34" charset="0"/>
              <a:cs typeface="Calibri" panose="020F0502020204030204" pitchFamily="34" charset="0"/>
            </a:endParaRPr>
          </a:p>
        </p:txBody>
      </p:sp>
      <p:sp>
        <p:nvSpPr>
          <p:cNvPr id="4" name="灯片编号占位符 3">
            <a:extLst>
              <a:ext uri="{FF2B5EF4-FFF2-40B4-BE49-F238E27FC236}">
                <a16:creationId xmlns:a16="http://schemas.microsoft.com/office/drawing/2014/main" id="{857395DD-EF10-3104-0BBA-404EE0668485}"/>
              </a:ext>
            </a:extLst>
          </p:cNvPr>
          <p:cNvSpPr>
            <a:spLocks noGrp="1"/>
          </p:cNvSpPr>
          <p:nvPr>
            <p:ph type="sldNum" sz="quarter" idx="5"/>
          </p:nvPr>
        </p:nvSpPr>
        <p:spPr/>
        <p:txBody>
          <a:bodyPr/>
          <a:lstStyle/>
          <a:p>
            <a:fld id="{5D1EC959-1E4D-4BFA-BB3C-6D292178C0FE}" type="slidenum">
              <a:rPr lang="zh-CN" altLang="en-US" smtClean="0"/>
              <a:t>13</a:t>
            </a:fld>
            <a:endParaRPr lang="zh-CN" altLang="en-US"/>
          </a:p>
        </p:txBody>
      </p:sp>
    </p:spTree>
    <p:extLst>
      <p:ext uri="{BB962C8B-B14F-4D97-AF65-F5344CB8AC3E}">
        <p14:creationId xmlns:p14="http://schemas.microsoft.com/office/powerpoint/2010/main" val="41531251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888DE-B848-F703-01B9-6187F0DF8E7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664BD62-261E-AF53-9F5A-EF28556B184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044D3FC-575A-82D3-E6A4-9D1FE55D3E3F}"/>
              </a:ext>
            </a:extLst>
          </p:cNvPr>
          <p:cNvSpPr>
            <a:spLocks noGrp="1"/>
          </p:cNvSpPr>
          <p:nvPr>
            <p:ph type="body" idx="1"/>
          </p:nvPr>
        </p:nvSpPr>
        <p:spPr/>
        <p:txBody>
          <a:bodyPr/>
          <a:lstStyle/>
          <a:p>
            <a:pPr marL="0" indent="0" algn="just">
              <a:buClr>
                <a:schemeClr val="accent1">
                  <a:lumMod val="50000"/>
                </a:schemeClr>
              </a:buClr>
              <a:buFont typeface="Wingdings" panose="05000000000000000000" pitchFamily="2" charset="2"/>
              <a:buNone/>
            </a:pPr>
            <a:endParaRPr lang="en-US" altLang="zh-CN" sz="1200">
              <a:effectLst/>
              <a:latin typeface="Calibri" panose="020F0502020204030204" pitchFamily="34" charset="0"/>
              <a:ea typeface="Calibri" panose="020F0502020204030204" pitchFamily="34" charset="0"/>
              <a:cs typeface="Calibri" panose="020F0502020204030204" pitchFamily="34" charset="0"/>
            </a:endParaRPr>
          </a:p>
        </p:txBody>
      </p:sp>
      <p:sp>
        <p:nvSpPr>
          <p:cNvPr id="4" name="灯片编号占位符 3">
            <a:extLst>
              <a:ext uri="{FF2B5EF4-FFF2-40B4-BE49-F238E27FC236}">
                <a16:creationId xmlns:a16="http://schemas.microsoft.com/office/drawing/2014/main" id="{884FA3E3-99EA-609C-0827-7BAD01AF9A7C}"/>
              </a:ext>
            </a:extLst>
          </p:cNvPr>
          <p:cNvSpPr>
            <a:spLocks noGrp="1"/>
          </p:cNvSpPr>
          <p:nvPr>
            <p:ph type="sldNum" sz="quarter" idx="5"/>
          </p:nvPr>
        </p:nvSpPr>
        <p:spPr/>
        <p:txBody>
          <a:bodyPr/>
          <a:lstStyle/>
          <a:p>
            <a:fld id="{5D1EC959-1E4D-4BFA-BB3C-6D292178C0FE}" type="slidenum">
              <a:rPr lang="zh-CN" altLang="en-US" smtClean="0"/>
              <a:t>14</a:t>
            </a:fld>
            <a:endParaRPr lang="zh-CN" altLang="en-US"/>
          </a:p>
        </p:txBody>
      </p:sp>
    </p:spTree>
    <p:extLst>
      <p:ext uri="{BB962C8B-B14F-4D97-AF65-F5344CB8AC3E}">
        <p14:creationId xmlns:p14="http://schemas.microsoft.com/office/powerpoint/2010/main" val="40864606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B6333-FF59-A059-C690-E9953E4E385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B10078E-30D3-E9E6-EE1A-94321162D52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77AD884-6B97-7800-3D83-E8ACD1B753C5}"/>
              </a:ext>
            </a:extLst>
          </p:cNvPr>
          <p:cNvSpPr>
            <a:spLocks noGrp="1"/>
          </p:cNvSpPr>
          <p:nvPr>
            <p:ph type="body" idx="1"/>
          </p:nvPr>
        </p:nvSpPr>
        <p:spPr/>
        <p:txBody>
          <a:bodyPr/>
          <a:lstStyle/>
          <a:p>
            <a:pPr marL="0" indent="0" algn="just">
              <a:buClr>
                <a:schemeClr val="accent1">
                  <a:lumMod val="50000"/>
                </a:schemeClr>
              </a:buClr>
              <a:buFont typeface="Wingdings" panose="05000000000000000000" pitchFamily="2" charset="2"/>
              <a:buNone/>
            </a:pPr>
            <a:endParaRPr lang="en-US" altLang="zh-CN" sz="1200">
              <a:effectLst/>
              <a:latin typeface="Calibri" panose="020F0502020204030204" pitchFamily="34" charset="0"/>
              <a:ea typeface="Calibri" panose="020F0502020204030204" pitchFamily="34" charset="0"/>
              <a:cs typeface="Calibri" panose="020F0502020204030204" pitchFamily="34" charset="0"/>
            </a:endParaRPr>
          </a:p>
        </p:txBody>
      </p:sp>
      <p:sp>
        <p:nvSpPr>
          <p:cNvPr id="4" name="灯片编号占位符 3">
            <a:extLst>
              <a:ext uri="{FF2B5EF4-FFF2-40B4-BE49-F238E27FC236}">
                <a16:creationId xmlns:a16="http://schemas.microsoft.com/office/drawing/2014/main" id="{7E25ADAC-F149-A1E9-ED76-9735EC2C11F5}"/>
              </a:ext>
            </a:extLst>
          </p:cNvPr>
          <p:cNvSpPr>
            <a:spLocks noGrp="1"/>
          </p:cNvSpPr>
          <p:nvPr>
            <p:ph type="sldNum" sz="quarter" idx="5"/>
          </p:nvPr>
        </p:nvSpPr>
        <p:spPr/>
        <p:txBody>
          <a:bodyPr/>
          <a:lstStyle/>
          <a:p>
            <a:fld id="{5D1EC959-1E4D-4BFA-BB3C-6D292178C0FE}" type="slidenum">
              <a:rPr lang="zh-CN" altLang="en-US" smtClean="0"/>
              <a:t>15</a:t>
            </a:fld>
            <a:endParaRPr lang="zh-CN" altLang="en-US"/>
          </a:p>
        </p:txBody>
      </p:sp>
    </p:spTree>
    <p:extLst>
      <p:ext uri="{BB962C8B-B14F-4D97-AF65-F5344CB8AC3E}">
        <p14:creationId xmlns:p14="http://schemas.microsoft.com/office/powerpoint/2010/main" val="33974933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D141A-0B84-234B-18BE-51FF66452AC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5497F87-756D-AB34-D74E-0A0703ABBE1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A4A5471-39A1-4D79-6E57-E3A521AC1B83}"/>
              </a:ext>
            </a:extLst>
          </p:cNvPr>
          <p:cNvSpPr>
            <a:spLocks noGrp="1"/>
          </p:cNvSpPr>
          <p:nvPr>
            <p:ph type="body" idx="1"/>
          </p:nvPr>
        </p:nvSpPr>
        <p:spPr/>
        <p:txBody>
          <a:bodyPr/>
          <a:lstStyle/>
          <a:p>
            <a:pPr marL="0" indent="0" algn="just">
              <a:buClr>
                <a:schemeClr val="accent1">
                  <a:lumMod val="50000"/>
                </a:schemeClr>
              </a:buClr>
              <a:buFont typeface="Wingdings" panose="05000000000000000000" pitchFamily="2" charset="2"/>
              <a:buNone/>
            </a:pPr>
            <a:endParaRPr lang="en-US" altLang="zh-CN" sz="1200">
              <a:effectLst/>
              <a:latin typeface="Calibri" panose="020F0502020204030204" pitchFamily="34" charset="0"/>
              <a:ea typeface="Calibri" panose="020F0502020204030204" pitchFamily="34" charset="0"/>
              <a:cs typeface="Calibri" panose="020F0502020204030204" pitchFamily="34" charset="0"/>
            </a:endParaRPr>
          </a:p>
        </p:txBody>
      </p:sp>
      <p:sp>
        <p:nvSpPr>
          <p:cNvPr id="4" name="灯片编号占位符 3">
            <a:extLst>
              <a:ext uri="{FF2B5EF4-FFF2-40B4-BE49-F238E27FC236}">
                <a16:creationId xmlns:a16="http://schemas.microsoft.com/office/drawing/2014/main" id="{87C6FE52-AD14-F29C-BBB2-DC2586DC9B17}"/>
              </a:ext>
            </a:extLst>
          </p:cNvPr>
          <p:cNvSpPr>
            <a:spLocks noGrp="1"/>
          </p:cNvSpPr>
          <p:nvPr>
            <p:ph type="sldNum" sz="quarter" idx="5"/>
          </p:nvPr>
        </p:nvSpPr>
        <p:spPr/>
        <p:txBody>
          <a:bodyPr/>
          <a:lstStyle/>
          <a:p>
            <a:fld id="{5D1EC959-1E4D-4BFA-BB3C-6D292178C0FE}" type="slidenum">
              <a:rPr lang="zh-CN" altLang="en-US" smtClean="0"/>
              <a:t>16</a:t>
            </a:fld>
            <a:endParaRPr lang="zh-CN" altLang="en-US"/>
          </a:p>
        </p:txBody>
      </p:sp>
    </p:spTree>
    <p:extLst>
      <p:ext uri="{BB962C8B-B14F-4D97-AF65-F5344CB8AC3E}">
        <p14:creationId xmlns:p14="http://schemas.microsoft.com/office/powerpoint/2010/main" val="40609211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D54F1-4AEA-2620-16DC-BA90B66DE78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44BA03F-272E-9D1A-3DAD-A9861C8F171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26D86E7-25E0-761F-5853-ED1D67990795}"/>
              </a:ext>
            </a:extLst>
          </p:cNvPr>
          <p:cNvSpPr>
            <a:spLocks noGrp="1"/>
          </p:cNvSpPr>
          <p:nvPr>
            <p:ph type="body" idx="1"/>
          </p:nvPr>
        </p:nvSpPr>
        <p:spPr/>
        <p:txBody>
          <a:bodyPr/>
          <a:lstStyle/>
          <a:p>
            <a:pPr marL="0" indent="0" algn="just">
              <a:buClr>
                <a:schemeClr val="accent1">
                  <a:lumMod val="50000"/>
                </a:schemeClr>
              </a:buClr>
              <a:buFont typeface="Wingdings" panose="05000000000000000000" pitchFamily="2" charset="2"/>
              <a:buNone/>
            </a:pPr>
            <a:endParaRPr lang="en-US" altLang="zh-CN" sz="1200">
              <a:effectLst/>
              <a:latin typeface="Calibri" panose="020F0502020204030204" pitchFamily="34" charset="0"/>
              <a:ea typeface="Calibri" panose="020F0502020204030204" pitchFamily="34" charset="0"/>
              <a:cs typeface="Calibri" panose="020F0502020204030204" pitchFamily="34" charset="0"/>
            </a:endParaRPr>
          </a:p>
        </p:txBody>
      </p:sp>
      <p:sp>
        <p:nvSpPr>
          <p:cNvPr id="4" name="灯片编号占位符 3">
            <a:extLst>
              <a:ext uri="{FF2B5EF4-FFF2-40B4-BE49-F238E27FC236}">
                <a16:creationId xmlns:a16="http://schemas.microsoft.com/office/drawing/2014/main" id="{87767B2E-8742-958F-EFC4-9AB5756C35DB}"/>
              </a:ext>
            </a:extLst>
          </p:cNvPr>
          <p:cNvSpPr>
            <a:spLocks noGrp="1"/>
          </p:cNvSpPr>
          <p:nvPr>
            <p:ph type="sldNum" sz="quarter" idx="5"/>
          </p:nvPr>
        </p:nvSpPr>
        <p:spPr/>
        <p:txBody>
          <a:bodyPr/>
          <a:lstStyle/>
          <a:p>
            <a:fld id="{5D1EC959-1E4D-4BFA-BB3C-6D292178C0FE}" type="slidenum">
              <a:rPr lang="zh-CN" altLang="en-US" smtClean="0"/>
              <a:t>17</a:t>
            </a:fld>
            <a:endParaRPr lang="zh-CN" altLang="en-US"/>
          </a:p>
        </p:txBody>
      </p:sp>
    </p:spTree>
    <p:extLst>
      <p:ext uri="{BB962C8B-B14F-4D97-AF65-F5344CB8AC3E}">
        <p14:creationId xmlns:p14="http://schemas.microsoft.com/office/powerpoint/2010/main" val="41133231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BC389-D2EC-8EB1-DD23-D88868166BE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27258FE-6E94-FDF1-0E7A-E134165AD7E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4CAE112-E0A1-59D2-7800-94F069D873A8}"/>
              </a:ext>
            </a:extLst>
          </p:cNvPr>
          <p:cNvSpPr>
            <a:spLocks noGrp="1"/>
          </p:cNvSpPr>
          <p:nvPr>
            <p:ph type="body" idx="1"/>
          </p:nvPr>
        </p:nvSpPr>
        <p:spPr/>
        <p:txBody>
          <a:bodyPr/>
          <a:lstStyle/>
          <a:p>
            <a:endParaRPr lang="zh-CN" altLang="zh-CN" sz="1200" b="0" kern="120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8CF163C7-4970-A24F-15BE-28D639A2AC17}"/>
              </a:ext>
            </a:extLst>
          </p:cNvPr>
          <p:cNvSpPr>
            <a:spLocks noGrp="1"/>
          </p:cNvSpPr>
          <p:nvPr>
            <p:ph type="sldNum" sz="quarter" idx="5"/>
          </p:nvPr>
        </p:nvSpPr>
        <p:spPr/>
        <p:txBody>
          <a:bodyPr/>
          <a:lstStyle/>
          <a:p>
            <a:fld id="{5D1EC959-1E4D-4BFA-BB3C-6D292178C0FE}" type="slidenum">
              <a:rPr lang="zh-CN" altLang="en-US" smtClean="0"/>
              <a:t>18</a:t>
            </a:fld>
            <a:endParaRPr lang="zh-CN" altLang="en-US"/>
          </a:p>
        </p:txBody>
      </p:sp>
    </p:spTree>
    <p:extLst>
      <p:ext uri="{BB962C8B-B14F-4D97-AF65-F5344CB8AC3E}">
        <p14:creationId xmlns:p14="http://schemas.microsoft.com/office/powerpoint/2010/main" val="10386585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012B4-A7BB-CD8E-0C7B-465816D0A46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FAB9151-3FE0-DFB7-1D43-D82FD59360F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73A1C46-B2E7-B812-CC55-53A5FF1BF533}"/>
              </a:ext>
            </a:extLst>
          </p:cNvPr>
          <p:cNvSpPr>
            <a:spLocks noGrp="1"/>
          </p:cNvSpPr>
          <p:nvPr>
            <p:ph type="body" idx="1"/>
          </p:nvPr>
        </p:nvSpPr>
        <p:spPr/>
        <p:txBody>
          <a:bodyPr/>
          <a:lstStyle/>
          <a:p>
            <a:endParaRPr lang="zh-CN" altLang="zh-CN" sz="1200" b="0" kern="120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483A5F8E-E522-40E6-8842-A512B8A0C017}"/>
              </a:ext>
            </a:extLst>
          </p:cNvPr>
          <p:cNvSpPr>
            <a:spLocks noGrp="1"/>
          </p:cNvSpPr>
          <p:nvPr>
            <p:ph type="sldNum" sz="quarter" idx="5"/>
          </p:nvPr>
        </p:nvSpPr>
        <p:spPr/>
        <p:txBody>
          <a:bodyPr/>
          <a:lstStyle/>
          <a:p>
            <a:fld id="{5D1EC959-1E4D-4BFA-BB3C-6D292178C0FE}" type="slidenum">
              <a:rPr lang="zh-CN" altLang="en-US" smtClean="0"/>
              <a:t>19</a:t>
            </a:fld>
            <a:endParaRPr lang="zh-CN" altLang="en-US"/>
          </a:p>
        </p:txBody>
      </p:sp>
    </p:spTree>
    <p:extLst>
      <p:ext uri="{BB962C8B-B14F-4D97-AF65-F5344CB8AC3E}">
        <p14:creationId xmlns:p14="http://schemas.microsoft.com/office/powerpoint/2010/main" val="14481279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E260E-9757-1215-0282-B7F3E2F79D8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5443D7C-BB23-2C8F-53D2-EFB4DB131F9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BA4FA98-0C56-7517-DAB7-6B1724D21BA9}"/>
              </a:ext>
            </a:extLst>
          </p:cNvPr>
          <p:cNvSpPr>
            <a:spLocks noGrp="1"/>
          </p:cNvSpPr>
          <p:nvPr>
            <p:ph type="body" idx="1"/>
          </p:nvPr>
        </p:nvSpPr>
        <p:spPr/>
        <p:txBody>
          <a:bodyPr/>
          <a:lstStyle/>
          <a:p>
            <a:endParaRPr lang="zh-CN" altLang="zh-CN" sz="1200" b="0" kern="120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7D73E5F8-C8A6-E458-B478-69BA1A7F4C54}"/>
              </a:ext>
            </a:extLst>
          </p:cNvPr>
          <p:cNvSpPr>
            <a:spLocks noGrp="1"/>
          </p:cNvSpPr>
          <p:nvPr>
            <p:ph type="sldNum" sz="quarter" idx="5"/>
          </p:nvPr>
        </p:nvSpPr>
        <p:spPr/>
        <p:txBody>
          <a:bodyPr/>
          <a:lstStyle/>
          <a:p>
            <a:fld id="{5D1EC959-1E4D-4BFA-BB3C-6D292178C0FE}" type="slidenum">
              <a:rPr lang="zh-CN" altLang="en-US" smtClean="0"/>
              <a:t>20</a:t>
            </a:fld>
            <a:endParaRPr lang="zh-CN" altLang="en-US"/>
          </a:p>
        </p:txBody>
      </p:sp>
    </p:spTree>
    <p:extLst>
      <p:ext uri="{BB962C8B-B14F-4D97-AF65-F5344CB8AC3E}">
        <p14:creationId xmlns:p14="http://schemas.microsoft.com/office/powerpoint/2010/main" val="28821784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51A56-898E-2323-5CF7-6AD44770CB8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F072608-D7E2-41A4-C5FF-8B50C431E5F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71F0FAC-320F-3974-66EE-2EA5636440CE}"/>
              </a:ext>
            </a:extLst>
          </p:cNvPr>
          <p:cNvSpPr>
            <a:spLocks noGrp="1"/>
          </p:cNvSpPr>
          <p:nvPr>
            <p:ph type="body" idx="1"/>
          </p:nvPr>
        </p:nvSpPr>
        <p:spPr/>
        <p:txBody>
          <a:bodyPr/>
          <a:lstStyle/>
          <a:p>
            <a:endParaRPr lang="zh-CN" altLang="zh-CN" sz="1200" b="0" kern="120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F45C02E0-8265-26A2-1E42-5C71DD010F1D}"/>
              </a:ext>
            </a:extLst>
          </p:cNvPr>
          <p:cNvSpPr>
            <a:spLocks noGrp="1"/>
          </p:cNvSpPr>
          <p:nvPr>
            <p:ph type="sldNum" sz="quarter" idx="5"/>
          </p:nvPr>
        </p:nvSpPr>
        <p:spPr/>
        <p:txBody>
          <a:bodyPr/>
          <a:lstStyle/>
          <a:p>
            <a:fld id="{5D1EC959-1E4D-4BFA-BB3C-6D292178C0FE}" type="slidenum">
              <a:rPr lang="zh-CN" altLang="en-US" smtClean="0"/>
              <a:t>21</a:t>
            </a:fld>
            <a:endParaRPr lang="zh-CN" altLang="en-US"/>
          </a:p>
        </p:txBody>
      </p:sp>
    </p:spTree>
    <p:extLst>
      <p:ext uri="{BB962C8B-B14F-4D97-AF65-F5344CB8AC3E}">
        <p14:creationId xmlns:p14="http://schemas.microsoft.com/office/powerpoint/2010/main" val="34483413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AEC93-BFEA-A778-62CA-21A06A266B4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52F8216-D798-22C4-96F0-F03E8EB876B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2F17078-747B-591E-C785-7E195CF55AA3}"/>
              </a:ext>
            </a:extLst>
          </p:cNvPr>
          <p:cNvSpPr>
            <a:spLocks noGrp="1"/>
          </p:cNvSpPr>
          <p:nvPr>
            <p:ph type="body" idx="1"/>
          </p:nvPr>
        </p:nvSpPr>
        <p:spPr/>
        <p:txBody>
          <a:bodyPr/>
          <a:lstStyle/>
          <a:p>
            <a:endParaRPr lang="zh-CN" altLang="zh-CN" sz="1200" b="0" kern="120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C0B884E3-0C03-F16C-D75C-937C647B63C6}"/>
              </a:ext>
            </a:extLst>
          </p:cNvPr>
          <p:cNvSpPr>
            <a:spLocks noGrp="1"/>
          </p:cNvSpPr>
          <p:nvPr>
            <p:ph type="sldNum" sz="quarter" idx="5"/>
          </p:nvPr>
        </p:nvSpPr>
        <p:spPr/>
        <p:txBody>
          <a:bodyPr/>
          <a:lstStyle/>
          <a:p>
            <a:fld id="{5D1EC959-1E4D-4BFA-BB3C-6D292178C0FE}" type="slidenum">
              <a:rPr lang="zh-CN" altLang="en-US" smtClean="0"/>
              <a:t>22</a:t>
            </a:fld>
            <a:endParaRPr lang="zh-CN" altLang="en-US"/>
          </a:p>
        </p:txBody>
      </p:sp>
    </p:spTree>
    <p:extLst>
      <p:ext uri="{BB962C8B-B14F-4D97-AF65-F5344CB8AC3E}">
        <p14:creationId xmlns:p14="http://schemas.microsoft.com/office/powerpoint/2010/main" val="28375417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F063D-0424-BF7D-0F9B-BD1B8E4BAC1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428704F-28C1-4A2C-398D-EA07030434D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1748E94-D6E1-4E97-7529-48B281821C14}"/>
              </a:ext>
            </a:extLst>
          </p:cNvPr>
          <p:cNvSpPr>
            <a:spLocks noGrp="1"/>
          </p:cNvSpPr>
          <p:nvPr>
            <p:ph type="body" idx="1"/>
          </p:nvPr>
        </p:nvSpPr>
        <p:spPr/>
        <p:txBody>
          <a:bodyPr/>
          <a:lstStyle/>
          <a:p>
            <a:endParaRPr lang="zh-CN" altLang="zh-CN" sz="1200" b="0" kern="120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12522261-2F82-4845-EE9A-B7FA323A37C8}"/>
              </a:ext>
            </a:extLst>
          </p:cNvPr>
          <p:cNvSpPr>
            <a:spLocks noGrp="1"/>
          </p:cNvSpPr>
          <p:nvPr>
            <p:ph type="sldNum" sz="quarter" idx="5"/>
          </p:nvPr>
        </p:nvSpPr>
        <p:spPr/>
        <p:txBody>
          <a:bodyPr/>
          <a:lstStyle/>
          <a:p>
            <a:fld id="{5D1EC959-1E4D-4BFA-BB3C-6D292178C0FE}" type="slidenum">
              <a:rPr lang="zh-CN" altLang="en-US" smtClean="0"/>
              <a:t>23</a:t>
            </a:fld>
            <a:endParaRPr lang="zh-CN" altLang="en-US"/>
          </a:p>
        </p:txBody>
      </p:sp>
    </p:spTree>
    <p:extLst>
      <p:ext uri="{BB962C8B-B14F-4D97-AF65-F5344CB8AC3E}">
        <p14:creationId xmlns:p14="http://schemas.microsoft.com/office/powerpoint/2010/main" val="24364398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C53B6-1E7A-1EAC-FD60-1DA925C1F8D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0A8828F-E014-0090-A080-083F3DB6220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9230B54-0DEE-FB28-4B27-239F08D31D78}"/>
              </a:ext>
            </a:extLst>
          </p:cNvPr>
          <p:cNvSpPr>
            <a:spLocks noGrp="1"/>
          </p:cNvSpPr>
          <p:nvPr>
            <p:ph type="body" idx="1"/>
          </p:nvPr>
        </p:nvSpPr>
        <p:spPr/>
        <p:txBody>
          <a:bodyPr/>
          <a:lstStyle/>
          <a:p>
            <a:endParaRPr lang="zh-CN" altLang="zh-CN" sz="1200" b="0" kern="120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422A9EA1-D2B2-AAB0-0DF5-DA3662A2CD30}"/>
              </a:ext>
            </a:extLst>
          </p:cNvPr>
          <p:cNvSpPr>
            <a:spLocks noGrp="1"/>
          </p:cNvSpPr>
          <p:nvPr>
            <p:ph type="sldNum" sz="quarter" idx="5"/>
          </p:nvPr>
        </p:nvSpPr>
        <p:spPr/>
        <p:txBody>
          <a:bodyPr/>
          <a:lstStyle/>
          <a:p>
            <a:fld id="{5D1EC959-1E4D-4BFA-BB3C-6D292178C0FE}" type="slidenum">
              <a:rPr lang="zh-CN" altLang="en-US" smtClean="0"/>
              <a:t>24</a:t>
            </a:fld>
            <a:endParaRPr lang="zh-CN" altLang="en-US"/>
          </a:p>
        </p:txBody>
      </p:sp>
    </p:spTree>
    <p:extLst>
      <p:ext uri="{BB962C8B-B14F-4D97-AF65-F5344CB8AC3E}">
        <p14:creationId xmlns:p14="http://schemas.microsoft.com/office/powerpoint/2010/main" val="14089103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9CBB1-30C1-F9BF-B8A5-78D5DFBC5BD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3F1EE63-4FA9-3A34-1550-A33ABF2E441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38442E3-9A56-DBC6-E339-1B474E50F70A}"/>
              </a:ext>
            </a:extLst>
          </p:cNvPr>
          <p:cNvSpPr>
            <a:spLocks noGrp="1"/>
          </p:cNvSpPr>
          <p:nvPr>
            <p:ph type="body" idx="1"/>
          </p:nvPr>
        </p:nvSpPr>
        <p:spPr/>
        <p:txBody>
          <a:bodyPr/>
          <a:lstStyle/>
          <a:p>
            <a:endParaRPr lang="zh-CN" altLang="zh-CN" sz="1200" b="0" kern="120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D6C76CDD-1834-D603-E3F7-2E05F11766D2}"/>
              </a:ext>
            </a:extLst>
          </p:cNvPr>
          <p:cNvSpPr>
            <a:spLocks noGrp="1"/>
          </p:cNvSpPr>
          <p:nvPr>
            <p:ph type="sldNum" sz="quarter" idx="5"/>
          </p:nvPr>
        </p:nvSpPr>
        <p:spPr/>
        <p:txBody>
          <a:bodyPr/>
          <a:lstStyle/>
          <a:p>
            <a:fld id="{5D1EC959-1E4D-4BFA-BB3C-6D292178C0FE}" type="slidenum">
              <a:rPr lang="zh-CN" altLang="en-US" smtClean="0"/>
              <a:t>25</a:t>
            </a:fld>
            <a:endParaRPr lang="zh-CN" altLang="en-US"/>
          </a:p>
        </p:txBody>
      </p:sp>
    </p:spTree>
    <p:extLst>
      <p:ext uri="{BB962C8B-B14F-4D97-AF65-F5344CB8AC3E}">
        <p14:creationId xmlns:p14="http://schemas.microsoft.com/office/powerpoint/2010/main" val="40692243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08C82-EEB6-6C58-A573-CAE63F97219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18E4DC5-CE3C-8673-44CB-38939456261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42C3303-4A58-2454-442C-BDF27D4E46E8}"/>
              </a:ext>
            </a:extLst>
          </p:cNvPr>
          <p:cNvSpPr>
            <a:spLocks noGrp="1"/>
          </p:cNvSpPr>
          <p:nvPr>
            <p:ph type="body" idx="1"/>
          </p:nvPr>
        </p:nvSpPr>
        <p:spPr/>
        <p:txBody>
          <a:bodyPr/>
          <a:lstStyle/>
          <a:p>
            <a:endParaRPr lang="zh-CN" altLang="zh-CN" sz="1200" b="0" kern="120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013FAE49-0BF2-0A54-92E6-337178BC532B}"/>
              </a:ext>
            </a:extLst>
          </p:cNvPr>
          <p:cNvSpPr>
            <a:spLocks noGrp="1"/>
          </p:cNvSpPr>
          <p:nvPr>
            <p:ph type="sldNum" sz="quarter" idx="5"/>
          </p:nvPr>
        </p:nvSpPr>
        <p:spPr/>
        <p:txBody>
          <a:bodyPr/>
          <a:lstStyle/>
          <a:p>
            <a:fld id="{5D1EC959-1E4D-4BFA-BB3C-6D292178C0FE}" type="slidenum">
              <a:rPr lang="zh-CN" altLang="en-US" smtClean="0"/>
              <a:t>26</a:t>
            </a:fld>
            <a:endParaRPr lang="zh-CN" altLang="en-US"/>
          </a:p>
        </p:txBody>
      </p:sp>
    </p:spTree>
    <p:extLst>
      <p:ext uri="{BB962C8B-B14F-4D97-AF65-F5344CB8AC3E}">
        <p14:creationId xmlns:p14="http://schemas.microsoft.com/office/powerpoint/2010/main" val="26459490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CE824-F370-478C-E0FC-6774FEA7DA4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A53D4FC-500C-490B-9741-08F413513A0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6AADFB0-63A1-DF4D-E879-0AE3627D19E1}"/>
              </a:ext>
            </a:extLst>
          </p:cNvPr>
          <p:cNvSpPr>
            <a:spLocks noGrp="1"/>
          </p:cNvSpPr>
          <p:nvPr>
            <p:ph type="body" idx="1"/>
          </p:nvPr>
        </p:nvSpPr>
        <p:spPr/>
        <p:txBody>
          <a:bodyPr/>
          <a:lstStyle/>
          <a:p>
            <a:endParaRPr lang="zh-CN" altLang="zh-CN" sz="1200" b="0" kern="120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F58B98BB-5BBA-6F20-4C9D-4488EDF79D29}"/>
              </a:ext>
            </a:extLst>
          </p:cNvPr>
          <p:cNvSpPr>
            <a:spLocks noGrp="1"/>
          </p:cNvSpPr>
          <p:nvPr>
            <p:ph type="sldNum" sz="quarter" idx="5"/>
          </p:nvPr>
        </p:nvSpPr>
        <p:spPr/>
        <p:txBody>
          <a:bodyPr/>
          <a:lstStyle/>
          <a:p>
            <a:fld id="{5D1EC959-1E4D-4BFA-BB3C-6D292178C0FE}" type="slidenum">
              <a:rPr lang="zh-CN" altLang="en-US" smtClean="0"/>
              <a:t>27</a:t>
            </a:fld>
            <a:endParaRPr lang="zh-CN" altLang="en-US"/>
          </a:p>
        </p:txBody>
      </p:sp>
    </p:spTree>
    <p:extLst>
      <p:ext uri="{BB962C8B-B14F-4D97-AF65-F5344CB8AC3E}">
        <p14:creationId xmlns:p14="http://schemas.microsoft.com/office/powerpoint/2010/main" val="25690814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6C61F-4448-9BB2-2031-F393D1EAD79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4045D06-B8F2-87A0-9D90-ACBDF6A00C7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6A603BB-E71F-9446-7A36-FF1DFE869C2A}"/>
              </a:ext>
            </a:extLst>
          </p:cNvPr>
          <p:cNvSpPr>
            <a:spLocks noGrp="1"/>
          </p:cNvSpPr>
          <p:nvPr>
            <p:ph type="body" idx="1"/>
          </p:nvPr>
        </p:nvSpPr>
        <p:spPr/>
        <p:txBody>
          <a:bodyPr/>
          <a:lstStyle/>
          <a:p>
            <a:endParaRPr lang="zh-CN" altLang="zh-CN" sz="1200" b="0" kern="120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16A4D74A-E7CE-7419-A7C1-DE528622091C}"/>
              </a:ext>
            </a:extLst>
          </p:cNvPr>
          <p:cNvSpPr>
            <a:spLocks noGrp="1"/>
          </p:cNvSpPr>
          <p:nvPr>
            <p:ph type="sldNum" sz="quarter" idx="5"/>
          </p:nvPr>
        </p:nvSpPr>
        <p:spPr/>
        <p:txBody>
          <a:bodyPr/>
          <a:lstStyle/>
          <a:p>
            <a:fld id="{5D1EC959-1E4D-4BFA-BB3C-6D292178C0FE}" type="slidenum">
              <a:rPr lang="zh-CN" altLang="en-US" smtClean="0"/>
              <a:t>28</a:t>
            </a:fld>
            <a:endParaRPr lang="zh-CN" altLang="en-US"/>
          </a:p>
        </p:txBody>
      </p:sp>
    </p:spTree>
    <p:extLst>
      <p:ext uri="{BB962C8B-B14F-4D97-AF65-F5344CB8AC3E}">
        <p14:creationId xmlns:p14="http://schemas.microsoft.com/office/powerpoint/2010/main" val="33933789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BFACE-66FE-2D93-A224-1EC67C6BFE4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A537FF3-FC73-FE6B-B9A6-504CE75A2E9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4C3F5FB-EED3-6004-E9BC-5E85E810C699}"/>
              </a:ext>
            </a:extLst>
          </p:cNvPr>
          <p:cNvSpPr>
            <a:spLocks noGrp="1"/>
          </p:cNvSpPr>
          <p:nvPr>
            <p:ph type="body" idx="1"/>
          </p:nvPr>
        </p:nvSpPr>
        <p:spPr/>
        <p:txBody>
          <a:bodyPr/>
          <a:lstStyle/>
          <a:p>
            <a:endParaRPr lang="zh-CN" altLang="zh-CN" sz="1200" b="0" kern="120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B53E2835-403E-42A8-CEAF-C40DCB980EAD}"/>
              </a:ext>
            </a:extLst>
          </p:cNvPr>
          <p:cNvSpPr>
            <a:spLocks noGrp="1"/>
          </p:cNvSpPr>
          <p:nvPr>
            <p:ph type="sldNum" sz="quarter" idx="5"/>
          </p:nvPr>
        </p:nvSpPr>
        <p:spPr/>
        <p:txBody>
          <a:bodyPr/>
          <a:lstStyle/>
          <a:p>
            <a:fld id="{5D1EC959-1E4D-4BFA-BB3C-6D292178C0FE}" type="slidenum">
              <a:rPr lang="zh-CN" altLang="en-US" smtClean="0"/>
              <a:t>29</a:t>
            </a:fld>
            <a:endParaRPr lang="zh-CN" altLang="en-US"/>
          </a:p>
        </p:txBody>
      </p:sp>
    </p:spTree>
    <p:extLst>
      <p:ext uri="{BB962C8B-B14F-4D97-AF65-F5344CB8AC3E}">
        <p14:creationId xmlns:p14="http://schemas.microsoft.com/office/powerpoint/2010/main" val="23113885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6436F-8312-6518-88AC-E41B41CC5EB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83A1454-AD04-7E7F-053D-F0090303112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120D871-D109-F0E1-0F4F-CFB9481B4007}"/>
              </a:ext>
            </a:extLst>
          </p:cNvPr>
          <p:cNvSpPr>
            <a:spLocks noGrp="1"/>
          </p:cNvSpPr>
          <p:nvPr>
            <p:ph type="body" idx="1"/>
          </p:nvPr>
        </p:nvSpPr>
        <p:spPr/>
        <p:txBody>
          <a:bodyPr/>
          <a:lstStyle/>
          <a:p>
            <a:endParaRPr lang="zh-CN" altLang="zh-CN" sz="1200" b="0" kern="120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39E03B11-D461-C808-EAF5-6955E840E0AF}"/>
              </a:ext>
            </a:extLst>
          </p:cNvPr>
          <p:cNvSpPr>
            <a:spLocks noGrp="1"/>
          </p:cNvSpPr>
          <p:nvPr>
            <p:ph type="sldNum" sz="quarter" idx="5"/>
          </p:nvPr>
        </p:nvSpPr>
        <p:spPr/>
        <p:txBody>
          <a:bodyPr/>
          <a:lstStyle/>
          <a:p>
            <a:fld id="{5D1EC959-1E4D-4BFA-BB3C-6D292178C0FE}" type="slidenum">
              <a:rPr lang="zh-CN" altLang="en-US" smtClean="0"/>
              <a:t>30</a:t>
            </a:fld>
            <a:endParaRPr lang="zh-CN" altLang="en-US"/>
          </a:p>
        </p:txBody>
      </p:sp>
    </p:spTree>
    <p:extLst>
      <p:ext uri="{BB962C8B-B14F-4D97-AF65-F5344CB8AC3E}">
        <p14:creationId xmlns:p14="http://schemas.microsoft.com/office/powerpoint/2010/main" val="33284450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644B3-2016-3DCA-4748-C1E6694FD71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D221BD1-B7B6-9191-0CF6-0B94AF7BC1A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4776393-7FC3-5337-4373-19891A8A6A33}"/>
              </a:ext>
            </a:extLst>
          </p:cNvPr>
          <p:cNvSpPr>
            <a:spLocks noGrp="1"/>
          </p:cNvSpPr>
          <p:nvPr>
            <p:ph type="body" idx="1"/>
          </p:nvPr>
        </p:nvSpPr>
        <p:spPr/>
        <p:txBody>
          <a:bodyPr/>
          <a:lstStyle/>
          <a:p>
            <a:endParaRPr lang="zh-CN" altLang="zh-CN" sz="1200" b="0" kern="120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26E57343-829F-32E6-B8B0-8751074E0C89}"/>
              </a:ext>
            </a:extLst>
          </p:cNvPr>
          <p:cNvSpPr>
            <a:spLocks noGrp="1"/>
          </p:cNvSpPr>
          <p:nvPr>
            <p:ph type="sldNum" sz="quarter" idx="5"/>
          </p:nvPr>
        </p:nvSpPr>
        <p:spPr/>
        <p:txBody>
          <a:bodyPr/>
          <a:lstStyle/>
          <a:p>
            <a:fld id="{5D1EC959-1E4D-4BFA-BB3C-6D292178C0FE}" type="slidenum">
              <a:rPr lang="zh-CN" altLang="en-US" smtClean="0"/>
              <a:t>31</a:t>
            </a:fld>
            <a:endParaRPr lang="zh-CN" altLang="en-US"/>
          </a:p>
        </p:txBody>
      </p:sp>
    </p:spTree>
    <p:extLst>
      <p:ext uri="{BB962C8B-B14F-4D97-AF65-F5344CB8AC3E}">
        <p14:creationId xmlns:p14="http://schemas.microsoft.com/office/powerpoint/2010/main" val="28580951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0BDBD-5C87-2FA2-F419-F64C978759E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4596046-1F45-EED7-56F8-9E61C2B196B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C66BF2A-BD35-3D17-5A60-561B96658782}"/>
              </a:ext>
            </a:extLst>
          </p:cNvPr>
          <p:cNvSpPr>
            <a:spLocks noGrp="1"/>
          </p:cNvSpPr>
          <p:nvPr>
            <p:ph type="body" idx="1"/>
          </p:nvPr>
        </p:nvSpPr>
        <p:spPr/>
        <p:txBody>
          <a:bodyPr/>
          <a:lstStyle/>
          <a:p>
            <a:endParaRPr lang="zh-CN" altLang="zh-CN" sz="1200" b="0" kern="120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A913F9F4-EE47-9824-F78C-0B1AD98FE487}"/>
              </a:ext>
            </a:extLst>
          </p:cNvPr>
          <p:cNvSpPr>
            <a:spLocks noGrp="1"/>
          </p:cNvSpPr>
          <p:nvPr>
            <p:ph type="sldNum" sz="quarter" idx="5"/>
          </p:nvPr>
        </p:nvSpPr>
        <p:spPr/>
        <p:txBody>
          <a:bodyPr/>
          <a:lstStyle/>
          <a:p>
            <a:fld id="{5D1EC959-1E4D-4BFA-BB3C-6D292178C0FE}" type="slidenum">
              <a:rPr lang="zh-CN" altLang="en-US" smtClean="0"/>
              <a:t>32</a:t>
            </a:fld>
            <a:endParaRPr lang="zh-CN" altLang="en-US"/>
          </a:p>
        </p:txBody>
      </p:sp>
    </p:spTree>
    <p:extLst>
      <p:ext uri="{BB962C8B-B14F-4D97-AF65-F5344CB8AC3E}">
        <p14:creationId xmlns:p14="http://schemas.microsoft.com/office/powerpoint/2010/main" val="122483647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D3B40-8CD8-0F85-178B-9E81548D44E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0093772-4AFB-C4A1-0E0C-FDE560282A8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80A24B3-6F7A-6552-2A94-968AAB76DD7B}"/>
              </a:ext>
            </a:extLst>
          </p:cNvPr>
          <p:cNvSpPr>
            <a:spLocks noGrp="1"/>
          </p:cNvSpPr>
          <p:nvPr>
            <p:ph type="body" idx="1"/>
          </p:nvPr>
        </p:nvSpPr>
        <p:spPr/>
        <p:txBody>
          <a:bodyPr/>
          <a:lstStyle/>
          <a:p>
            <a:endParaRPr lang="zh-CN" altLang="zh-CN" sz="1200" b="0" kern="120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58F987E6-681C-EE46-6552-BFBC451527DC}"/>
              </a:ext>
            </a:extLst>
          </p:cNvPr>
          <p:cNvSpPr>
            <a:spLocks noGrp="1"/>
          </p:cNvSpPr>
          <p:nvPr>
            <p:ph type="sldNum" sz="quarter" idx="5"/>
          </p:nvPr>
        </p:nvSpPr>
        <p:spPr/>
        <p:txBody>
          <a:bodyPr/>
          <a:lstStyle/>
          <a:p>
            <a:fld id="{5D1EC959-1E4D-4BFA-BB3C-6D292178C0FE}" type="slidenum">
              <a:rPr lang="zh-CN" altLang="en-US" smtClean="0"/>
              <a:t>33</a:t>
            </a:fld>
            <a:endParaRPr lang="zh-CN" altLang="en-US"/>
          </a:p>
        </p:txBody>
      </p:sp>
    </p:spTree>
    <p:extLst>
      <p:ext uri="{BB962C8B-B14F-4D97-AF65-F5344CB8AC3E}">
        <p14:creationId xmlns:p14="http://schemas.microsoft.com/office/powerpoint/2010/main" val="62786316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927A6-D8B9-338D-528C-C87E5537DD1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657991A-0F68-7847-DB59-E663526A4C4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99CB100-3E47-E699-64D3-9E8C8077B3E8}"/>
              </a:ext>
            </a:extLst>
          </p:cNvPr>
          <p:cNvSpPr>
            <a:spLocks noGrp="1"/>
          </p:cNvSpPr>
          <p:nvPr>
            <p:ph type="body" idx="1"/>
          </p:nvPr>
        </p:nvSpPr>
        <p:spPr/>
        <p:txBody>
          <a:bodyPr/>
          <a:lstStyle/>
          <a:p>
            <a:endParaRPr lang="zh-CN" altLang="zh-CN" sz="1200" b="0" kern="120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971752F4-0ED4-E2E6-9FEC-88CB3B875E7D}"/>
              </a:ext>
            </a:extLst>
          </p:cNvPr>
          <p:cNvSpPr>
            <a:spLocks noGrp="1"/>
          </p:cNvSpPr>
          <p:nvPr>
            <p:ph type="sldNum" sz="quarter" idx="5"/>
          </p:nvPr>
        </p:nvSpPr>
        <p:spPr/>
        <p:txBody>
          <a:bodyPr/>
          <a:lstStyle/>
          <a:p>
            <a:fld id="{5D1EC959-1E4D-4BFA-BB3C-6D292178C0FE}" type="slidenum">
              <a:rPr lang="zh-CN" altLang="en-US" smtClean="0"/>
              <a:t>34</a:t>
            </a:fld>
            <a:endParaRPr lang="zh-CN" altLang="en-US"/>
          </a:p>
        </p:txBody>
      </p:sp>
    </p:spTree>
    <p:extLst>
      <p:ext uri="{BB962C8B-B14F-4D97-AF65-F5344CB8AC3E}">
        <p14:creationId xmlns:p14="http://schemas.microsoft.com/office/powerpoint/2010/main" val="165316317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75078-1EA9-2DE2-248F-91396BB953C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0309806-58E3-BCF5-9A11-FF9A22B497F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C05F1BE-517A-0C04-7C48-C41E51CAFCEB}"/>
              </a:ext>
            </a:extLst>
          </p:cNvPr>
          <p:cNvSpPr>
            <a:spLocks noGrp="1"/>
          </p:cNvSpPr>
          <p:nvPr>
            <p:ph type="body" idx="1"/>
          </p:nvPr>
        </p:nvSpPr>
        <p:spPr/>
        <p:txBody>
          <a:bodyPr/>
          <a:lstStyle/>
          <a:p>
            <a:endParaRPr lang="zh-CN" altLang="zh-CN" sz="1200" b="0" kern="120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8AF3B685-BE7F-26A2-6328-43EB74C0F072}"/>
              </a:ext>
            </a:extLst>
          </p:cNvPr>
          <p:cNvSpPr>
            <a:spLocks noGrp="1"/>
          </p:cNvSpPr>
          <p:nvPr>
            <p:ph type="sldNum" sz="quarter" idx="5"/>
          </p:nvPr>
        </p:nvSpPr>
        <p:spPr/>
        <p:txBody>
          <a:bodyPr/>
          <a:lstStyle/>
          <a:p>
            <a:fld id="{5D1EC959-1E4D-4BFA-BB3C-6D292178C0FE}" type="slidenum">
              <a:rPr lang="zh-CN" altLang="en-US" smtClean="0"/>
              <a:t>35</a:t>
            </a:fld>
            <a:endParaRPr lang="zh-CN" altLang="en-US"/>
          </a:p>
        </p:txBody>
      </p:sp>
    </p:spTree>
    <p:extLst>
      <p:ext uri="{BB962C8B-B14F-4D97-AF65-F5344CB8AC3E}">
        <p14:creationId xmlns:p14="http://schemas.microsoft.com/office/powerpoint/2010/main" val="8722238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53370-3246-EC86-2669-607AFF6AC9C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BA70472-F00F-E034-B646-424E3FF69B3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1704871-B807-AD4C-51EE-7BC8E5044255}"/>
              </a:ext>
            </a:extLst>
          </p:cNvPr>
          <p:cNvSpPr>
            <a:spLocks noGrp="1"/>
          </p:cNvSpPr>
          <p:nvPr>
            <p:ph type="body" idx="1"/>
          </p:nvPr>
        </p:nvSpPr>
        <p:spPr/>
        <p:txBody>
          <a:bodyPr/>
          <a:lstStyle/>
          <a:p>
            <a:endParaRPr lang="en-US" altLang="zh-CN" sz="1200">
              <a:effectLst/>
              <a:latin typeface="Calibri" panose="020F0502020204030204" pitchFamily="34" charset="0"/>
              <a:ea typeface="Calibri" panose="020F0502020204030204" pitchFamily="34" charset="0"/>
              <a:cs typeface="Calibri" panose="020F0502020204030204" pitchFamily="34" charset="0"/>
            </a:endParaRPr>
          </a:p>
        </p:txBody>
      </p:sp>
      <p:sp>
        <p:nvSpPr>
          <p:cNvPr id="4" name="灯片编号占位符 3">
            <a:extLst>
              <a:ext uri="{FF2B5EF4-FFF2-40B4-BE49-F238E27FC236}">
                <a16:creationId xmlns:a16="http://schemas.microsoft.com/office/drawing/2014/main" id="{E47262E9-A551-76AA-ADB0-6EDAAD0C32F8}"/>
              </a:ext>
            </a:extLst>
          </p:cNvPr>
          <p:cNvSpPr>
            <a:spLocks noGrp="1"/>
          </p:cNvSpPr>
          <p:nvPr>
            <p:ph type="sldNum" sz="quarter" idx="5"/>
          </p:nvPr>
        </p:nvSpPr>
        <p:spPr/>
        <p:txBody>
          <a:bodyPr/>
          <a:lstStyle/>
          <a:p>
            <a:fld id="{5D1EC959-1E4D-4BFA-BB3C-6D292178C0FE}" type="slidenum">
              <a:rPr lang="zh-CN" altLang="en-US" smtClean="0"/>
              <a:t>36</a:t>
            </a:fld>
            <a:endParaRPr lang="zh-CN" altLang="en-US"/>
          </a:p>
        </p:txBody>
      </p:sp>
    </p:spTree>
    <p:extLst>
      <p:ext uri="{BB962C8B-B14F-4D97-AF65-F5344CB8AC3E}">
        <p14:creationId xmlns:p14="http://schemas.microsoft.com/office/powerpoint/2010/main" val="24618120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8679DDDF-383B-4310-9F82-8D65E9B366F6}" type="datetimeFigureOut">
              <a:rPr lang="zh-CN" altLang="en-US" smtClean="0"/>
              <a:t>2025/12/19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D92EB97-0BDD-4463-951D-F59822C47E09}" type="slidenum">
              <a:rPr lang="zh-CN" altLang="en-US" smtClean="0"/>
              <a:t>‹#›</a:t>
            </a:fld>
            <a:endParaRPr lang="zh-CN" altLang="en-US"/>
          </a:p>
        </p:txBody>
      </p:sp>
    </p:spTree>
    <p:extLst>
      <p:ext uri="{BB962C8B-B14F-4D97-AF65-F5344CB8AC3E}">
        <p14:creationId xmlns:p14="http://schemas.microsoft.com/office/powerpoint/2010/main" val="236744439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8679DDDF-383B-4310-9F82-8D65E9B366F6}" type="datetimeFigureOut">
              <a:rPr lang="zh-CN" altLang="en-US" smtClean="0"/>
              <a:t>2025/12/19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D92EB97-0BDD-4463-951D-F59822C47E09}" type="slidenum">
              <a:rPr lang="zh-CN" altLang="en-US" smtClean="0"/>
              <a:t>‹#›</a:t>
            </a:fld>
            <a:endParaRPr lang="zh-CN" altLang="en-US"/>
          </a:p>
        </p:txBody>
      </p:sp>
    </p:spTree>
    <p:extLst>
      <p:ext uri="{BB962C8B-B14F-4D97-AF65-F5344CB8AC3E}">
        <p14:creationId xmlns:p14="http://schemas.microsoft.com/office/powerpoint/2010/main" val="37315981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679DDDF-383B-4310-9F82-8D65E9B366F6}" type="datetimeFigureOut">
              <a:rPr lang="zh-CN" altLang="en-US" smtClean="0"/>
              <a:t>2025/12/19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D92EB97-0BDD-4463-951D-F59822C47E09}" type="slidenum">
              <a:rPr lang="zh-CN" altLang="en-US" smtClean="0"/>
              <a:t>‹#›</a:t>
            </a:fld>
            <a:endParaRPr lang="zh-CN" altLang="en-US"/>
          </a:p>
        </p:txBody>
      </p:sp>
    </p:spTree>
    <p:extLst>
      <p:ext uri="{BB962C8B-B14F-4D97-AF65-F5344CB8AC3E}">
        <p14:creationId xmlns:p14="http://schemas.microsoft.com/office/powerpoint/2010/main" val="13600717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8679DDDF-383B-4310-9F82-8D65E9B366F6}" type="datetimeFigureOut">
              <a:rPr lang="zh-CN" altLang="en-US" smtClean="0"/>
              <a:t>2025/12/19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D92EB97-0BDD-4463-951D-F59822C47E09}" type="slidenum">
              <a:rPr lang="zh-CN" altLang="en-US" smtClean="0"/>
              <a:t>‹#›</a:t>
            </a:fld>
            <a:endParaRPr lang="zh-CN" altLang="en-US"/>
          </a:p>
        </p:txBody>
      </p:sp>
    </p:spTree>
    <p:extLst>
      <p:ext uri="{BB962C8B-B14F-4D97-AF65-F5344CB8AC3E}">
        <p14:creationId xmlns:p14="http://schemas.microsoft.com/office/powerpoint/2010/main" val="32185771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8679DDDF-383B-4310-9F82-8D65E9B366F6}" type="datetimeFigureOut">
              <a:rPr lang="zh-CN" altLang="en-US" smtClean="0"/>
              <a:t>2025/12/19</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DD92EB97-0BDD-4463-951D-F59822C47E09}" type="slidenum">
              <a:rPr lang="zh-CN" altLang="en-US" smtClean="0"/>
              <a:t>‹#›</a:t>
            </a:fld>
            <a:endParaRPr lang="zh-CN" altLang="en-US"/>
          </a:p>
        </p:txBody>
      </p:sp>
    </p:spTree>
    <p:extLst>
      <p:ext uri="{BB962C8B-B14F-4D97-AF65-F5344CB8AC3E}">
        <p14:creationId xmlns:p14="http://schemas.microsoft.com/office/powerpoint/2010/main" val="16209534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8679DDDF-383B-4310-9F82-8D65E9B366F6}" type="datetimeFigureOut">
              <a:rPr lang="zh-CN" altLang="en-US" smtClean="0"/>
              <a:t>2025/12/19</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DD92EB97-0BDD-4463-951D-F59822C47E09}" type="slidenum">
              <a:rPr lang="zh-CN" altLang="en-US" smtClean="0"/>
              <a:t>‹#›</a:t>
            </a:fld>
            <a:endParaRPr lang="zh-CN" altLang="en-US"/>
          </a:p>
        </p:txBody>
      </p:sp>
    </p:spTree>
    <p:extLst>
      <p:ext uri="{BB962C8B-B14F-4D97-AF65-F5344CB8AC3E}">
        <p14:creationId xmlns:p14="http://schemas.microsoft.com/office/powerpoint/2010/main" val="6667478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79DDDF-383B-4310-9F82-8D65E9B366F6}" type="datetimeFigureOut">
              <a:rPr lang="zh-CN" altLang="en-US" smtClean="0"/>
              <a:t>2025/12/19</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DD92EB97-0BDD-4463-951D-F59822C47E09}" type="slidenum">
              <a:rPr lang="zh-CN" altLang="en-US" smtClean="0"/>
              <a:t>‹#›</a:t>
            </a:fld>
            <a:endParaRPr lang="zh-CN" altLang="en-US"/>
          </a:p>
        </p:txBody>
      </p:sp>
    </p:spTree>
    <p:extLst>
      <p:ext uri="{BB962C8B-B14F-4D97-AF65-F5344CB8AC3E}">
        <p14:creationId xmlns:p14="http://schemas.microsoft.com/office/powerpoint/2010/main" val="30389727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679DDDF-383B-4310-9F82-8D65E9B366F6}" type="datetimeFigureOut">
              <a:rPr lang="zh-CN" altLang="en-US" smtClean="0"/>
              <a:t>2025/12/19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D92EB97-0BDD-4463-951D-F59822C47E09}" type="slidenum">
              <a:rPr lang="zh-CN" altLang="en-US" smtClean="0"/>
              <a:t>‹#›</a:t>
            </a:fld>
            <a:endParaRPr lang="zh-CN" altLang="en-US"/>
          </a:p>
        </p:txBody>
      </p:sp>
    </p:spTree>
    <p:extLst>
      <p:ext uri="{BB962C8B-B14F-4D97-AF65-F5344CB8AC3E}">
        <p14:creationId xmlns:p14="http://schemas.microsoft.com/office/powerpoint/2010/main" val="26665967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679DDDF-383B-4310-9F82-8D65E9B366F6}" type="datetimeFigureOut">
              <a:rPr lang="zh-CN" altLang="en-US" smtClean="0"/>
              <a:t>2025/12/19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D92EB97-0BDD-4463-951D-F59822C47E09}" type="slidenum">
              <a:rPr lang="zh-CN" altLang="en-US" smtClean="0"/>
              <a:t>‹#›</a:t>
            </a:fld>
            <a:endParaRPr lang="zh-CN" altLang="en-US"/>
          </a:p>
        </p:txBody>
      </p:sp>
    </p:spTree>
    <p:extLst>
      <p:ext uri="{BB962C8B-B14F-4D97-AF65-F5344CB8AC3E}">
        <p14:creationId xmlns:p14="http://schemas.microsoft.com/office/powerpoint/2010/main" val="23610471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8679DDDF-383B-4310-9F82-8D65E9B366F6}" type="datetimeFigureOut">
              <a:rPr lang="zh-CN" altLang="en-US" smtClean="0"/>
              <a:t>2025/12/19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D92EB97-0BDD-4463-951D-F59822C47E09}" type="slidenum">
              <a:rPr lang="zh-CN" altLang="en-US" smtClean="0"/>
              <a:t>‹#›</a:t>
            </a:fld>
            <a:endParaRPr lang="zh-CN" altLang="en-US"/>
          </a:p>
        </p:txBody>
      </p:sp>
    </p:spTree>
    <p:extLst>
      <p:ext uri="{BB962C8B-B14F-4D97-AF65-F5344CB8AC3E}">
        <p14:creationId xmlns:p14="http://schemas.microsoft.com/office/powerpoint/2010/main" val="41300008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8679DDDF-383B-4310-9F82-8D65E9B366F6}" type="datetimeFigureOut">
              <a:rPr lang="zh-CN" altLang="en-US" smtClean="0"/>
              <a:t>2025/12/19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D92EB97-0BDD-4463-951D-F59822C47E09}" type="slidenum">
              <a:rPr lang="zh-CN" altLang="en-US" smtClean="0"/>
              <a:t>‹#›</a:t>
            </a:fld>
            <a:endParaRPr lang="zh-CN" altLang="en-US"/>
          </a:p>
        </p:txBody>
      </p:sp>
    </p:spTree>
    <p:extLst>
      <p:ext uri="{BB962C8B-B14F-4D97-AF65-F5344CB8AC3E}">
        <p14:creationId xmlns:p14="http://schemas.microsoft.com/office/powerpoint/2010/main" val="2315212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79DDDF-383B-4310-9F82-8D65E9B366F6}" type="datetimeFigureOut">
              <a:rPr lang="zh-CN" altLang="en-US" smtClean="0"/>
              <a:t>2025/12/19</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92EB97-0BDD-4463-951D-F59822C47E09}" type="slidenum">
              <a:rPr lang="zh-CN" altLang="en-US" smtClean="0"/>
              <a:t>‹#›</a:t>
            </a:fld>
            <a:endParaRPr lang="zh-CN" altLang="en-US"/>
          </a:p>
        </p:txBody>
      </p:sp>
      <p:pic>
        <p:nvPicPr>
          <p:cNvPr id="7" name="图片 6">
            <a:extLst>
              <a:ext uri="{FF2B5EF4-FFF2-40B4-BE49-F238E27FC236}">
                <a16:creationId xmlns:a16="http://schemas.microsoft.com/office/drawing/2014/main" id="{A8FF01E9-60C6-8E78-F8B4-1E873DB9E92A}"/>
              </a:ext>
            </a:extLst>
          </p:cNvPr>
          <p:cNvPicPr>
            <a:picLocks noChangeAspect="1"/>
          </p:cNvPicPr>
          <p:nvPr userDrawn="1"/>
        </p:nvPicPr>
        <p:blipFill>
          <a:blip r:embed="rId13"/>
          <a:stretch>
            <a:fillRect/>
          </a:stretch>
        </p:blipFill>
        <p:spPr>
          <a:xfrm>
            <a:off x="415925" y="261938"/>
            <a:ext cx="6073776" cy="592892"/>
          </a:xfrm>
          <a:prstGeom prst="rect">
            <a:avLst/>
          </a:prstGeom>
        </p:spPr>
      </p:pic>
    </p:spTree>
    <p:extLst>
      <p:ext uri="{BB962C8B-B14F-4D97-AF65-F5344CB8AC3E}">
        <p14:creationId xmlns:p14="http://schemas.microsoft.com/office/powerpoint/2010/main" val="357542946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itso.cuhk.edu.cn/node/169"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hyperlink" Target="https://accounts.google.com/signup"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mailto:name@gmail.com"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hyperlink" Target="https://colab.research.google.com/"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hyperlink" Target="mailto:zhanzhanzhao@cuhk.edu.cn" TargetMode="External"/><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hyperlink" Target="mailto:225080011@link.cuhk.edu.c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C661C66B-7626-78D8-276F-D3726DE20F68}"/>
              </a:ext>
            </a:extLst>
          </p:cNvPr>
          <p:cNvSpPr>
            <a:spLocks noGrp="1"/>
          </p:cNvSpPr>
          <p:nvPr>
            <p:ph type="ctrTitle"/>
          </p:nvPr>
        </p:nvSpPr>
        <p:spPr>
          <a:xfrm>
            <a:off x="983114" y="1896176"/>
            <a:ext cx="11208886" cy="4365737"/>
          </a:xfrm>
        </p:spPr>
        <p:txBody>
          <a:bodyPr>
            <a:noAutofit/>
          </a:bodyPr>
          <a:lstStyle/>
          <a:p>
            <a:pPr algn="l"/>
            <a:r>
              <a:rPr lang="en-US" altLang="zh-CN" sz="7200" b="1">
                <a:effectLst/>
                <a:latin typeface="Calibri" panose="020F0502020204030204" pitchFamily="34" charset="0"/>
                <a:ea typeface="Calibri" panose="020F0502020204030204" pitchFamily="34" charset="0"/>
                <a:cs typeface="Calibri" panose="020F0502020204030204" pitchFamily="34" charset="0"/>
              </a:rPr>
              <a:t>Lab 1: </a:t>
            </a:r>
            <a:br>
              <a:rPr lang="en-US" altLang="zh-CN" sz="7200" b="1">
                <a:effectLst/>
                <a:latin typeface="Calibri" panose="020F0502020204030204" pitchFamily="34" charset="0"/>
                <a:ea typeface="Calibri" panose="020F0502020204030204" pitchFamily="34" charset="0"/>
                <a:cs typeface="Calibri" panose="020F0502020204030204" pitchFamily="34" charset="0"/>
              </a:rPr>
            </a:br>
            <a:r>
              <a:rPr lang="en-US" altLang="zh-CN" sz="7200" b="1">
                <a:effectLst/>
                <a:latin typeface="Calibri" panose="020F0502020204030204" pitchFamily="34" charset="0"/>
                <a:ea typeface="Calibri" panose="020F0502020204030204" pitchFamily="34" charset="0"/>
                <a:cs typeface="Calibri" panose="020F0502020204030204" pitchFamily="34" charset="0"/>
              </a:rPr>
              <a:t>Google Colab &amp;LLM Using</a:t>
            </a:r>
            <a:br>
              <a:rPr lang="en-US" altLang="zh-CN" sz="6600" b="1">
                <a:effectLst/>
                <a:latin typeface="Calibri" panose="020F0502020204030204" pitchFamily="34" charset="0"/>
                <a:ea typeface="Calibri" panose="020F0502020204030204" pitchFamily="34" charset="0"/>
                <a:cs typeface="Calibri" panose="020F0502020204030204" pitchFamily="34" charset="0"/>
              </a:rPr>
            </a:br>
            <a:br>
              <a:rPr lang="en-US" altLang="zh-CN" sz="6600" b="1">
                <a:effectLst/>
                <a:latin typeface="Calibri" panose="020F0502020204030204" pitchFamily="34" charset="0"/>
                <a:ea typeface="Calibri" panose="020F0502020204030204" pitchFamily="34" charset="0"/>
                <a:cs typeface="Calibri" panose="020F0502020204030204" pitchFamily="34" charset="0"/>
              </a:rPr>
            </a:br>
            <a:r>
              <a:rPr lang="en-US" altLang="zh-CN" sz="3600">
                <a:latin typeface="Calibri" panose="020F0502020204030204" pitchFamily="34" charset="0"/>
                <a:ea typeface="Calibri" panose="020F0502020204030204" pitchFamily="34" charset="0"/>
                <a:cs typeface="Calibri" panose="020F0502020204030204" pitchFamily="34" charset="0"/>
              </a:rPr>
              <a:t>(AIE1901)</a:t>
            </a:r>
            <a:br>
              <a:rPr lang="en-US" altLang="zh-CN" sz="3600">
                <a:latin typeface="Calibri" panose="020F0502020204030204" pitchFamily="34" charset="0"/>
                <a:ea typeface="Calibri" panose="020F0502020204030204" pitchFamily="34" charset="0"/>
                <a:cs typeface="Calibri" panose="020F0502020204030204" pitchFamily="34" charset="0"/>
              </a:rPr>
            </a:br>
            <a:endParaRPr lang="en-US" altLang="zh-CN" sz="4000" b="1" dirty="0">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12544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C2781-825A-33FF-5F17-C6A7DAAFF7FE}"/>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2E90AD7A-51D1-E59E-D87C-26C1BF3468CC}"/>
              </a:ext>
            </a:extLst>
          </p:cNvPr>
          <p:cNvSpPr txBox="1"/>
          <p:nvPr/>
        </p:nvSpPr>
        <p:spPr>
          <a:xfrm>
            <a:off x="961983" y="1159388"/>
            <a:ext cx="5171595" cy="769441"/>
          </a:xfrm>
          <a:prstGeom prst="rect">
            <a:avLst/>
          </a:prstGeom>
          <a:noFill/>
        </p:spPr>
        <p:txBody>
          <a:bodyPr wrap="square">
            <a:spAutoFit/>
          </a:bodyPr>
          <a:lstStyle/>
          <a:p>
            <a:r>
              <a:rPr lang="en-US" altLang="zh-CN" sz="4400" b="1">
                <a:effectLst/>
                <a:latin typeface="Calibri" panose="020F0502020204030204" pitchFamily="34" charset="0"/>
                <a:ea typeface="Calibri" panose="020F0502020204030204" pitchFamily="34" charset="0"/>
                <a:cs typeface="Calibri" panose="020F0502020204030204" pitchFamily="34" charset="0"/>
              </a:rPr>
              <a:t>Course Overview:</a:t>
            </a:r>
            <a:endParaRPr lang="zh-CN" altLang="en-US" sz="4400"/>
          </a:p>
        </p:txBody>
      </p:sp>
      <p:sp>
        <p:nvSpPr>
          <p:cNvPr id="8" name="文本框 7">
            <a:extLst>
              <a:ext uri="{FF2B5EF4-FFF2-40B4-BE49-F238E27FC236}">
                <a16:creationId xmlns:a16="http://schemas.microsoft.com/office/drawing/2014/main" id="{CA6C3B9E-61B9-F80B-32EB-549C1A696E60}"/>
              </a:ext>
            </a:extLst>
          </p:cNvPr>
          <p:cNvSpPr txBox="1"/>
          <p:nvPr/>
        </p:nvSpPr>
        <p:spPr>
          <a:xfrm>
            <a:off x="901577" y="2393035"/>
            <a:ext cx="10622368" cy="3108543"/>
          </a:xfrm>
          <a:prstGeom prst="rect">
            <a:avLst/>
          </a:prstGeom>
          <a:noFill/>
        </p:spPr>
        <p:txBody>
          <a:bodyPr wrap="square">
            <a:spAutoFit/>
          </a:bodyPr>
          <a:lstStyle/>
          <a:p>
            <a:pPr marL="285750" indent="-285750" algn="just">
              <a:buClr>
                <a:schemeClr val="accent1">
                  <a:lumMod val="50000"/>
                </a:schemeClr>
              </a:buClr>
              <a:buFont typeface="Wingdings" panose="05000000000000000000" pitchFamily="2" charset="2"/>
              <a:buChar char="n"/>
            </a:pPr>
            <a:r>
              <a:rPr lang="en-US" altLang="zh-CN" sz="2800"/>
              <a:t>Introduction to the registration and basic operation of Google Colab.</a:t>
            </a:r>
          </a:p>
          <a:p>
            <a:pPr marL="285750" indent="-285750" algn="just">
              <a:buClr>
                <a:schemeClr val="accent1">
                  <a:lumMod val="50000"/>
                </a:schemeClr>
              </a:buClr>
              <a:buFont typeface="Wingdings" panose="05000000000000000000" pitchFamily="2" charset="2"/>
              <a:buChar char="n"/>
            </a:pPr>
            <a:endParaRPr lang="en-US" altLang="zh-CN" sz="2800"/>
          </a:p>
          <a:p>
            <a:pPr marL="285750" indent="-285750" algn="just">
              <a:buClr>
                <a:schemeClr val="accent1">
                  <a:lumMod val="50000"/>
                </a:schemeClr>
              </a:buClr>
              <a:buFont typeface="Wingdings" panose="05000000000000000000" pitchFamily="2" charset="2"/>
              <a:buChar char="n"/>
            </a:pPr>
            <a:r>
              <a:rPr lang="en-US" altLang="zh-CN" sz="2800"/>
              <a:t>Registration process and fundamental usage of large language models (LLMs). </a:t>
            </a:r>
          </a:p>
          <a:p>
            <a:pPr marL="285750" indent="-285750" algn="just">
              <a:buClr>
                <a:schemeClr val="accent1">
                  <a:lumMod val="50000"/>
                </a:schemeClr>
              </a:buClr>
              <a:buFont typeface="Wingdings" panose="05000000000000000000" pitchFamily="2" charset="2"/>
              <a:buChar char="n"/>
            </a:pPr>
            <a:endParaRPr lang="en-US" altLang="zh-CN" sz="2800"/>
          </a:p>
          <a:p>
            <a:pPr marL="285750" indent="-285750" algn="just">
              <a:buClr>
                <a:schemeClr val="accent1">
                  <a:lumMod val="50000"/>
                </a:schemeClr>
              </a:buClr>
              <a:buFont typeface="Wingdings" panose="05000000000000000000" pitchFamily="2" charset="2"/>
              <a:buChar char="n"/>
            </a:pPr>
            <a:r>
              <a:rPr lang="en-US" altLang="zh-CN" sz="2800"/>
              <a:t>You will gain hands-on experience in navigating these tools and executing simple tasks.</a:t>
            </a:r>
            <a:endParaRPr lang="en-US" altLang="zh-CN" sz="2800">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46657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F4941-50BF-E873-D601-6935647F3DF3}"/>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147903CA-FD20-A527-777A-D8B3AD470671}"/>
              </a:ext>
            </a:extLst>
          </p:cNvPr>
          <p:cNvSpPr txBox="1"/>
          <p:nvPr/>
        </p:nvSpPr>
        <p:spPr>
          <a:xfrm>
            <a:off x="924405" y="1210567"/>
            <a:ext cx="5171595" cy="769441"/>
          </a:xfrm>
          <a:prstGeom prst="rect">
            <a:avLst/>
          </a:prstGeom>
          <a:noFill/>
        </p:spPr>
        <p:txBody>
          <a:bodyPr wrap="square">
            <a:spAutoFit/>
          </a:bodyPr>
          <a:lstStyle/>
          <a:p>
            <a:r>
              <a:rPr lang="en-US" altLang="zh-CN" sz="4400" b="1">
                <a:effectLst/>
                <a:latin typeface="Calibri" panose="020F0502020204030204" pitchFamily="34" charset="0"/>
                <a:ea typeface="Calibri" panose="020F0502020204030204" pitchFamily="34" charset="0"/>
                <a:cs typeface="Calibri" panose="020F0502020204030204" pitchFamily="34" charset="0"/>
              </a:rPr>
              <a:t>Learning Objectives</a:t>
            </a:r>
            <a:r>
              <a:rPr lang="en-US" altLang="zh-CN" sz="4000" b="1">
                <a:effectLst/>
                <a:latin typeface="Calibri" panose="020F0502020204030204" pitchFamily="34" charset="0"/>
                <a:ea typeface="Calibri" panose="020F0502020204030204" pitchFamily="34" charset="0"/>
                <a:cs typeface="Calibri" panose="020F0502020204030204" pitchFamily="34" charset="0"/>
              </a:rPr>
              <a:t>:</a:t>
            </a:r>
            <a:endParaRPr lang="zh-CN" altLang="en-US" sz="4000"/>
          </a:p>
        </p:txBody>
      </p:sp>
      <p:sp>
        <p:nvSpPr>
          <p:cNvPr id="8" name="文本框 7">
            <a:extLst>
              <a:ext uri="{FF2B5EF4-FFF2-40B4-BE49-F238E27FC236}">
                <a16:creationId xmlns:a16="http://schemas.microsoft.com/office/drawing/2014/main" id="{7EE70103-82BF-0B02-0C28-862EDE8E0E7C}"/>
              </a:ext>
            </a:extLst>
          </p:cNvPr>
          <p:cNvSpPr txBox="1"/>
          <p:nvPr/>
        </p:nvSpPr>
        <p:spPr>
          <a:xfrm>
            <a:off x="924405" y="2117795"/>
            <a:ext cx="11138159" cy="4401205"/>
          </a:xfrm>
          <a:prstGeom prst="rect">
            <a:avLst/>
          </a:prstGeom>
          <a:noFill/>
        </p:spPr>
        <p:txBody>
          <a:bodyPr wrap="square">
            <a:spAutoFit/>
          </a:bodyPr>
          <a:lstStyle/>
          <a:p>
            <a:pPr>
              <a:buNone/>
            </a:pPr>
            <a:r>
              <a:rPr lang="en-US" altLang="zh-CN" sz="2800"/>
              <a:t>By the end of this session, you will be able to:</a:t>
            </a:r>
          </a:p>
          <a:p>
            <a:pPr>
              <a:buNone/>
            </a:pPr>
            <a:endParaRPr lang="en-US" altLang="zh-CN" sz="2800"/>
          </a:p>
          <a:p>
            <a:pPr marL="342900" indent="-342900">
              <a:buClr>
                <a:schemeClr val="accent1">
                  <a:lumMod val="50000"/>
                </a:schemeClr>
              </a:buClr>
              <a:buFont typeface="Wingdings" panose="05000000000000000000" pitchFamily="2" charset="2"/>
              <a:buChar char="n"/>
            </a:pPr>
            <a:r>
              <a:rPr lang="en-US" altLang="zh-CN" sz="2800"/>
              <a:t>Register for and effectively navigate Google Colab’s interface.</a:t>
            </a:r>
          </a:p>
          <a:p>
            <a:pPr marL="342900" indent="-342900">
              <a:buClr>
                <a:schemeClr val="accent1">
                  <a:lumMod val="50000"/>
                </a:schemeClr>
              </a:buClr>
              <a:buFont typeface="Wingdings" panose="05000000000000000000" pitchFamily="2" charset="2"/>
              <a:buChar char="n"/>
            </a:pPr>
            <a:endParaRPr lang="en-US" altLang="zh-CN" sz="2800"/>
          </a:p>
          <a:p>
            <a:pPr marL="342900" indent="-342900">
              <a:buClr>
                <a:schemeClr val="accent1">
                  <a:lumMod val="50000"/>
                </a:schemeClr>
              </a:buClr>
              <a:buFont typeface="Wingdings" panose="05000000000000000000" pitchFamily="2" charset="2"/>
              <a:buChar char="n"/>
            </a:pPr>
            <a:r>
              <a:rPr lang="en-US" altLang="zh-CN" sz="2800"/>
              <a:t>Set up and interact with large language models for basic tasks.</a:t>
            </a:r>
          </a:p>
          <a:p>
            <a:pPr marL="342900" indent="-342900">
              <a:buClr>
                <a:schemeClr val="accent1">
                  <a:lumMod val="50000"/>
                </a:schemeClr>
              </a:buClr>
              <a:buFont typeface="Wingdings" panose="05000000000000000000" pitchFamily="2" charset="2"/>
              <a:buChar char="n"/>
            </a:pPr>
            <a:endParaRPr lang="en-US" altLang="zh-CN" sz="2800"/>
          </a:p>
          <a:p>
            <a:pPr marL="342900" indent="-342900">
              <a:buClr>
                <a:schemeClr val="accent1">
                  <a:lumMod val="50000"/>
                </a:schemeClr>
              </a:buClr>
              <a:buFont typeface="Wingdings" panose="05000000000000000000" pitchFamily="2" charset="2"/>
              <a:buChar char="n"/>
            </a:pPr>
            <a:r>
              <a:rPr lang="en-US" altLang="zh-CN" sz="2800"/>
              <a:t>Apply these tools to enhance efficiency and creativity in problem-solving.</a:t>
            </a:r>
          </a:p>
          <a:p>
            <a:pPr marL="342900" indent="-342900">
              <a:buClr>
                <a:schemeClr val="accent1">
                  <a:lumMod val="50000"/>
                </a:schemeClr>
              </a:buClr>
              <a:buFont typeface="Wingdings" panose="05000000000000000000" pitchFamily="2" charset="2"/>
              <a:buChar char="n"/>
            </a:pPr>
            <a:endParaRPr lang="en-US" altLang="zh-CN" sz="2800"/>
          </a:p>
          <a:p>
            <a:pPr marL="342900" indent="-342900">
              <a:buClr>
                <a:schemeClr val="accent1">
                  <a:lumMod val="50000"/>
                </a:schemeClr>
              </a:buClr>
              <a:buFont typeface="Wingdings" panose="05000000000000000000" pitchFamily="2" charset="2"/>
              <a:buChar char="n"/>
            </a:pPr>
            <a:r>
              <a:rPr lang="en-US" altLang="zh-CN" sz="2800"/>
              <a:t>Build a foundation for future exploration into more advanced computational and AI-driven workflows.</a:t>
            </a:r>
          </a:p>
        </p:txBody>
      </p:sp>
    </p:spTree>
    <p:extLst>
      <p:ext uri="{BB962C8B-B14F-4D97-AF65-F5344CB8AC3E}">
        <p14:creationId xmlns:p14="http://schemas.microsoft.com/office/powerpoint/2010/main" val="3602232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A7D86-A449-7FE6-BF4D-EED442BCD229}"/>
            </a:ext>
          </a:extLst>
        </p:cNvPr>
        <p:cNvGrpSpPr/>
        <p:nvPr/>
      </p:nvGrpSpPr>
      <p:grpSpPr>
        <a:xfrm>
          <a:off x="0" y="0"/>
          <a:ext cx="0" cy="0"/>
          <a:chOff x="0" y="0"/>
          <a:chExt cx="0" cy="0"/>
        </a:xfrm>
      </p:grpSpPr>
      <p:sp>
        <p:nvSpPr>
          <p:cNvPr id="8" name="文本框 7">
            <a:extLst>
              <a:ext uri="{FF2B5EF4-FFF2-40B4-BE49-F238E27FC236}">
                <a16:creationId xmlns:a16="http://schemas.microsoft.com/office/drawing/2014/main" id="{8FFEB304-106E-FF41-546F-A4D1D38AB439}"/>
              </a:ext>
            </a:extLst>
          </p:cNvPr>
          <p:cNvSpPr txBox="1"/>
          <p:nvPr/>
        </p:nvSpPr>
        <p:spPr>
          <a:xfrm>
            <a:off x="905943" y="1192930"/>
            <a:ext cx="10808252" cy="5016758"/>
          </a:xfrm>
          <a:prstGeom prst="rect">
            <a:avLst/>
          </a:prstGeom>
          <a:noFill/>
        </p:spPr>
        <p:txBody>
          <a:bodyPr wrap="square">
            <a:spAutoFit/>
          </a:bodyPr>
          <a:lstStyle/>
          <a:p>
            <a:pPr>
              <a:buNone/>
            </a:pPr>
            <a:r>
              <a:rPr lang="en-US" altLang="zh-CN" sz="4400" b="1"/>
              <a:t>What is Google Colab?</a:t>
            </a:r>
          </a:p>
          <a:p>
            <a:pPr>
              <a:buNone/>
            </a:pPr>
            <a:endParaRPr lang="en-US" altLang="zh-CN" sz="2000"/>
          </a:p>
          <a:p>
            <a:pPr>
              <a:buNone/>
            </a:pPr>
            <a:r>
              <a:rPr lang="en-US" altLang="zh-CN" sz="2400"/>
              <a:t>Google Colab, or “Google Colaboratory,” allows you to write and execute Python in your browser, with:</a:t>
            </a:r>
          </a:p>
          <a:p>
            <a:pPr>
              <a:buNone/>
            </a:pPr>
            <a:endParaRPr lang="en-US" altLang="zh-CN" sz="2400"/>
          </a:p>
          <a:p>
            <a:pPr marL="342900" indent="-342900">
              <a:spcAft>
                <a:spcPts val="1200"/>
              </a:spcAft>
              <a:buClr>
                <a:schemeClr val="accent1">
                  <a:lumMod val="50000"/>
                </a:schemeClr>
              </a:buClr>
              <a:buFont typeface="Wingdings" panose="05000000000000000000" pitchFamily="2" charset="2"/>
              <a:buChar char="n"/>
            </a:pPr>
            <a:r>
              <a:rPr lang="en-US" altLang="zh-CN" sz="2400"/>
              <a:t>No setup required – runs entirely in the cloud.</a:t>
            </a:r>
          </a:p>
          <a:p>
            <a:pPr marL="342900" indent="-342900">
              <a:spcAft>
                <a:spcPts val="1200"/>
              </a:spcAft>
              <a:buClr>
                <a:schemeClr val="accent1">
                  <a:lumMod val="50000"/>
                </a:schemeClr>
              </a:buClr>
              <a:buFont typeface="Wingdings" panose="05000000000000000000" pitchFamily="2" charset="2"/>
              <a:buChar char="n"/>
            </a:pPr>
            <a:r>
              <a:rPr lang="en-US" altLang="zh-CN" sz="2400"/>
              <a:t>Free access to computing resources.</a:t>
            </a:r>
          </a:p>
          <a:p>
            <a:pPr marL="342900" indent="-342900">
              <a:spcAft>
                <a:spcPts val="1200"/>
              </a:spcAft>
              <a:buClr>
                <a:schemeClr val="accent1">
                  <a:lumMod val="50000"/>
                </a:schemeClr>
              </a:buClr>
              <a:buFont typeface="Wingdings" panose="05000000000000000000" pitchFamily="2" charset="2"/>
              <a:buChar char="n"/>
            </a:pPr>
            <a:r>
              <a:rPr lang="en-US" altLang="zh-CN" sz="2400"/>
              <a:t>Seamless integration with Google Drive for saving and sharing notebooks.</a:t>
            </a:r>
          </a:p>
          <a:p>
            <a:pPr marL="342900" indent="-342900">
              <a:spcAft>
                <a:spcPts val="1200"/>
              </a:spcAft>
              <a:buClr>
                <a:schemeClr val="accent1">
                  <a:lumMod val="50000"/>
                </a:schemeClr>
              </a:buClr>
              <a:buFont typeface="Wingdings" panose="05000000000000000000" pitchFamily="2" charset="2"/>
              <a:buChar char="n"/>
            </a:pPr>
            <a:r>
              <a:rPr lang="en-US" altLang="zh-CN" sz="2400"/>
              <a:t>Support for popular Python libraries used in data science, machine learning, and AI.</a:t>
            </a:r>
          </a:p>
          <a:p>
            <a:pPr marL="342900" indent="-342900">
              <a:spcAft>
                <a:spcPts val="1200"/>
              </a:spcAft>
              <a:buClr>
                <a:schemeClr val="accent1">
                  <a:lumMod val="50000"/>
                </a:schemeClr>
              </a:buClr>
              <a:buFont typeface="Wingdings" panose="05000000000000000000" pitchFamily="2" charset="2"/>
              <a:buChar char="n"/>
            </a:pPr>
            <a:r>
              <a:rPr lang="en-US" altLang="zh-CN" sz="2400"/>
              <a:t>An interactive environment combining code, text, equations, and visualizations in one document.</a:t>
            </a:r>
          </a:p>
        </p:txBody>
      </p:sp>
    </p:spTree>
    <p:extLst>
      <p:ext uri="{BB962C8B-B14F-4D97-AF65-F5344CB8AC3E}">
        <p14:creationId xmlns:p14="http://schemas.microsoft.com/office/powerpoint/2010/main" val="35760277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F755E-3FD8-C27A-EBBF-D367B4866626}"/>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C178D9AE-6A53-A708-54B2-E3CD37B5A8D5}"/>
              </a:ext>
            </a:extLst>
          </p:cNvPr>
          <p:cNvSpPr txBox="1"/>
          <p:nvPr/>
        </p:nvSpPr>
        <p:spPr>
          <a:xfrm>
            <a:off x="1092200" y="2551837"/>
            <a:ext cx="10283172" cy="1754326"/>
          </a:xfrm>
          <a:prstGeom prst="rect">
            <a:avLst/>
          </a:prstGeom>
          <a:noFill/>
        </p:spPr>
        <p:txBody>
          <a:bodyPr wrap="square">
            <a:spAutoFit/>
          </a:bodyPr>
          <a:lstStyle/>
          <a:p>
            <a:r>
              <a:rPr lang="en-US" altLang="zh-CN" sz="5400" b="1">
                <a:solidFill>
                  <a:schemeClr val="tx2"/>
                </a:solidFill>
                <a:effectLst/>
                <a:latin typeface="Calibri" panose="020F0502020204030204" pitchFamily="34" charset="0"/>
                <a:ea typeface="Calibri" panose="020F0502020204030204" pitchFamily="34" charset="0"/>
                <a:cs typeface="Calibri" panose="020F0502020204030204" pitchFamily="34" charset="0"/>
              </a:rPr>
              <a:t>Chapter 1. </a:t>
            </a:r>
          </a:p>
          <a:p>
            <a:r>
              <a:rPr lang="en-US" altLang="zh-CN" sz="5400" b="1">
                <a:effectLst/>
                <a:latin typeface="Calibri" panose="020F0502020204030204" pitchFamily="34" charset="0"/>
                <a:ea typeface="Calibri" panose="020F0502020204030204" pitchFamily="34" charset="0"/>
                <a:cs typeface="Calibri" panose="020F0502020204030204" pitchFamily="34" charset="0"/>
              </a:rPr>
              <a:t>Creating a Google Account (Gmail)</a:t>
            </a:r>
            <a:endParaRPr lang="zh-CN" altLang="en-US" sz="5400"/>
          </a:p>
        </p:txBody>
      </p:sp>
    </p:spTree>
    <p:extLst>
      <p:ext uri="{BB962C8B-B14F-4D97-AF65-F5344CB8AC3E}">
        <p14:creationId xmlns:p14="http://schemas.microsoft.com/office/powerpoint/2010/main" val="4593919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5E4E9-F61F-4B0F-32E3-F4A2D0343CAA}"/>
            </a:ext>
          </a:extLst>
        </p:cNvPr>
        <p:cNvGrpSpPr/>
        <p:nvPr/>
      </p:nvGrpSpPr>
      <p:grpSpPr>
        <a:xfrm>
          <a:off x="0" y="0"/>
          <a:ext cx="0" cy="0"/>
          <a:chOff x="0" y="0"/>
          <a:chExt cx="0" cy="0"/>
        </a:xfrm>
      </p:grpSpPr>
      <p:sp>
        <p:nvSpPr>
          <p:cNvPr id="8" name="文本框 7">
            <a:extLst>
              <a:ext uri="{FF2B5EF4-FFF2-40B4-BE49-F238E27FC236}">
                <a16:creationId xmlns:a16="http://schemas.microsoft.com/office/drawing/2014/main" id="{DD446E4A-3A75-3EF3-965D-6DFAFD4EE77D}"/>
              </a:ext>
            </a:extLst>
          </p:cNvPr>
          <p:cNvSpPr txBox="1"/>
          <p:nvPr/>
        </p:nvSpPr>
        <p:spPr>
          <a:xfrm>
            <a:off x="983290" y="1388227"/>
            <a:ext cx="10832578" cy="5262979"/>
          </a:xfrm>
          <a:prstGeom prst="rect">
            <a:avLst/>
          </a:prstGeom>
          <a:noFill/>
        </p:spPr>
        <p:txBody>
          <a:bodyPr wrap="square">
            <a:spAutoFit/>
          </a:bodyPr>
          <a:lstStyle/>
          <a:p>
            <a:pPr>
              <a:buNone/>
            </a:pPr>
            <a:r>
              <a:rPr lang="en-US" altLang="zh-CN" sz="2800" b="1"/>
              <a:t>Before starting</a:t>
            </a:r>
          </a:p>
          <a:p>
            <a:pPr marL="457200" indent="-457200">
              <a:buClr>
                <a:schemeClr val="accent1">
                  <a:lumMod val="50000"/>
                </a:schemeClr>
              </a:buClr>
              <a:buFont typeface="Wingdings" panose="05000000000000000000" pitchFamily="2" charset="2"/>
              <a:buChar char="n"/>
            </a:pPr>
            <a:r>
              <a:rPr lang="en-US" altLang="zh-CN" sz="2800"/>
              <a:t>Please connect to the CUHKSZ Wi-Fi while on campus, </a:t>
            </a:r>
          </a:p>
          <a:p>
            <a:pPr marL="457200" indent="-457200">
              <a:buClr>
                <a:schemeClr val="accent1">
                  <a:lumMod val="50000"/>
                </a:schemeClr>
              </a:buClr>
              <a:buFont typeface="Wingdings" panose="05000000000000000000" pitchFamily="2" charset="2"/>
              <a:buChar char="n"/>
            </a:pPr>
            <a:r>
              <a:rPr lang="en-US" altLang="zh-CN" sz="2800"/>
              <a:t>Please use the school VPN when </a:t>
            </a:r>
            <a:r>
              <a:rPr lang="en-US" altLang="zh-CN" sz="2800" u="sng"/>
              <a:t>off </a:t>
            </a:r>
            <a:r>
              <a:rPr lang="en-US" altLang="zh-CN" sz="2800"/>
              <a:t>campus</a:t>
            </a:r>
          </a:p>
          <a:p>
            <a:pPr marL="457200" indent="-457200">
              <a:buClr>
                <a:schemeClr val="accent1">
                  <a:lumMod val="50000"/>
                </a:schemeClr>
              </a:buClr>
              <a:buFont typeface="Wingdings" panose="05000000000000000000" pitchFamily="2" charset="2"/>
              <a:buChar char="n"/>
            </a:pPr>
            <a:r>
              <a:rPr lang="en-US" altLang="zh-CN" sz="2800"/>
              <a:t>For more details: </a:t>
            </a:r>
            <a:r>
              <a:rPr lang="en-US" altLang="zh-CN" sz="2800">
                <a:hlinkClick r:id="rId3"/>
              </a:rPr>
              <a:t>https://itso.cuhk.edu.cn/node/169</a:t>
            </a:r>
            <a:endParaRPr lang="en-US" altLang="zh-CN" sz="2800"/>
          </a:p>
          <a:p>
            <a:pPr>
              <a:buNone/>
            </a:pPr>
            <a:endParaRPr lang="en-US" altLang="zh-CN" sz="2800" b="1">
              <a:solidFill>
                <a:schemeClr val="accent1">
                  <a:lumMod val="50000"/>
                </a:schemeClr>
              </a:solidFill>
            </a:endParaRPr>
          </a:p>
          <a:p>
            <a:pPr>
              <a:buNone/>
            </a:pPr>
            <a:r>
              <a:rPr lang="en-US" altLang="zh-CN" sz="2800" b="1">
                <a:solidFill>
                  <a:schemeClr val="accent1">
                    <a:lumMod val="50000"/>
                  </a:schemeClr>
                </a:solidFill>
              </a:rPr>
              <a:t>Step 1 </a:t>
            </a:r>
            <a:r>
              <a:rPr lang="en-US" altLang="zh-CN" sz="2800" b="1"/>
              <a:t>– Open the Sign-Up Page</a:t>
            </a:r>
            <a:endParaRPr lang="en-US" altLang="zh-CN" sz="2800"/>
          </a:p>
          <a:p>
            <a:pPr marL="457200" indent="-457200">
              <a:buClr>
                <a:schemeClr val="accent1">
                  <a:lumMod val="50000"/>
                </a:schemeClr>
              </a:buClr>
              <a:buFont typeface="Wingdings" panose="05000000000000000000" pitchFamily="2" charset="2"/>
              <a:buChar char="n"/>
            </a:pPr>
            <a:r>
              <a:rPr lang="en-US" altLang="zh-CN" sz="2800"/>
              <a:t>In your browser, go to: </a:t>
            </a:r>
            <a:r>
              <a:rPr lang="en-US" altLang="zh-CN" sz="2800" b="1">
                <a:hlinkClick r:id="rId4"/>
              </a:rPr>
              <a:t>https://accounts.google.com/signup</a:t>
            </a:r>
            <a:endParaRPr lang="en-US" altLang="zh-CN" sz="2800"/>
          </a:p>
          <a:p>
            <a:pPr marL="457200" indent="-457200">
              <a:buClr>
                <a:schemeClr val="accent1">
                  <a:lumMod val="50000"/>
                </a:schemeClr>
              </a:buClr>
              <a:buFont typeface="Wingdings" panose="05000000000000000000" pitchFamily="2" charset="2"/>
              <a:buChar char="n"/>
            </a:pPr>
            <a:r>
              <a:rPr lang="en-US" altLang="zh-CN" sz="2800"/>
              <a:t>You can use Chrome, Firefox, Edge, or any application that behaves like a web browser.</a:t>
            </a:r>
          </a:p>
          <a:p>
            <a:pPr>
              <a:buNone/>
            </a:pPr>
            <a:r>
              <a:rPr lang="zh-CN" altLang="en-US" sz="2800"/>
              <a:t>💡 </a:t>
            </a:r>
            <a:r>
              <a:rPr lang="en-US" altLang="zh-CN" sz="2800" i="1"/>
              <a:t>Tip:</a:t>
            </a:r>
            <a:r>
              <a:rPr lang="en-US" altLang="zh-CN" sz="2800"/>
              <a:t> Using Google Chrome may provide the smoothest experience when accessing other Google services later.</a:t>
            </a:r>
            <a:endParaRPr lang="en" altLang="zh-CN" sz="2800">
              <a:solidFill>
                <a:prstClr val="black"/>
              </a:solidFill>
              <a:latin typeface="Calibri" panose="020F0502020204030204"/>
              <a:ea typeface="等线" panose="02010600030101010101" pitchFamily="2" charset="-122"/>
            </a:endParaRPr>
          </a:p>
          <a:p>
            <a:pPr>
              <a:buNone/>
            </a:pPr>
            <a:endParaRPr kumimoji="0" lang="en" altLang="zh-CN" sz="2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Tree>
    <p:extLst>
      <p:ext uri="{BB962C8B-B14F-4D97-AF65-F5344CB8AC3E}">
        <p14:creationId xmlns:p14="http://schemas.microsoft.com/office/powerpoint/2010/main" val="31843090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FA0F7-D168-5600-B1BF-B6781F134179}"/>
            </a:ext>
          </a:extLst>
        </p:cNvPr>
        <p:cNvGrpSpPr/>
        <p:nvPr/>
      </p:nvGrpSpPr>
      <p:grpSpPr>
        <a:xfrm>
          <a:off x="0" y="0"/>
          <a:ext cx="0" cy="0"/>
          <a:chOff x="0" y="0"/>
          <a:chExt cx="0" cy="0"/>
        </a:xfrm>
      </p:grpSpPr>
      <p:sp>
        <p:nvSpPr>
          <p:cNvPr id="8" name="文本框 7">
            <a:extLst>
              <a:ext uri="{FF2B5EF4-FFF2-40B4-BE49-F238E27FC236}">
                <a16:creationId xmlns:a16="http://schemas.microsoft.com/office/drawing/2014/main" id="{9DC8DA28-1E78-D943-39C9-984DADF95139}"/>
              </a:ext>
            </a:extLst>
          </p:cNvPr>
          <p:cNvSpPr txBox="1"/>
          <p:nvPr/>
        </p:nvSpPr>
        <p:spPr>
          <a:xfrm>
            <a:off x="981558" y="1337831"/>
            <a:ext cx="6078330" cy="5139869"/>
          </a:xfrm>
          <a:prstGeom prst="rect">
            <a:avLst/>
          </a:prstGeom>
          <a:noFill/>
        </p:spPr>
        <p:txBody>
          <a:bodyPr wrap="square">
            <a:spAutoFit/>
          </a:bodyPr>
          <a:lstStyle/>
          <a:p>
            <a:pPr algn="just">
              <a:spcAft>
                <a:spcPts val="1200"/>
              </a:spcAft>
              <a:buClr>
                <a:schemeClr val="accent1">
                  <a:lumMod val="50000"/>
                </a:schemeClr>
              </a:buClr>
            </a:pPr>
            <a:r>
              <a:rPr lang="en-US" altLang="zh-CN" sz="3200" b="1">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Step 2 </a:t>
            </a:r>
            <a:r>
              <a:rPr lang="en-US" altLang="zh-CN" sz="3200" b="1">
                <a:effectLst/>
                <a:latin typeface="Calibri" panose="020F0502020204030204" pitchFamily="34" charset="0"/>
                <a:ea typeface="Calibri" panose="020F0502020204030204" pitchFamily="34" charset="0"/>
                <a:cs typeface="Calibri" panose="020F0502020204030204" pitchFamily="34" charset="0"/>
              </a:rPr>
              <a:t>– Enter Basic Information</a:t>
            </a:r>
          </a:p>
          <a:p>
            <a:pPr marL="285750" indent="-285750" algn="just">
              <a:spcAft>
                <a:spcPts val="1200"/>
              </a:spcAft>
              <a:buClr>
                <a:schemeClr val="accent1">
                  <a:lumMod val="50000"/>
                </a:schemeClr>
              </a:buClr>
              <a:buFont typeface="Wingdings" panose="05000000000000000000" pitchFamily="2" charset="2"/>
              <a:buChar char="n"/>
            </a:pPr>
            <a:r>
              <a:rPr lang="en-US" altLang="zh-CN" sz="2400">
                <a:effectLst/>
                <a:latin typeface="Calibri" panose="020F0502020204030204" pitchFamily="34" charset="0"/>
                <a:ea typeface="Calibri" panose="020F0502020204030204" pitchFamily="34" charset="0"/>
                <a:cs typeface="Calibri" panose="020F0502020204030204" pitchFamily="34" charset="0"/>
              </a:rPr>
              <a:t>Fill in your name, gender, and other required details as prompted.</a:t>
            </a:r>
          </a:p>
          <a:p>
            <a:pPr marL="285750" indent="-285750" algn="just">
              <a:spcAft>
                <a:spcPts val="1200"/>
              </a:spcAft>
              <a:buClr>
                <a:schemeClr val="accent1">
                  <a:lumMod val="50000"/>
                </a:schemeClr>
              </a:buClr>
              <a:buFont typeface="Wingdings" panose="05000000000000000000" pitchFamily="2" charset="2"/>
              <a:buChar char="n"/>
            </a:pPr>
            <a:r>
              <a:rPr lang="en-US" altLang="zh-CN" sz="2400">
                <a:effectLst/>
                <a:latin typeface="Calibri" panose="020F0502020204030204" pitchFamily="34" charset="0"/>
                <a:ea typeface="Calibri" panose="020F0502020204030204" pitchFamily="34" charset="0"/>
                <a:cs typeface="Calibri" panose="020F0502020204030204" pitchFamily="34" charset="0"/>
              </a:rPr>
              <a:t>Username: This will become your Gmail address (e.g., </a:t>
            </a:r>
            <a:r>
              <a:rPr lang="en-US" altLang="zh-CN" sz="2400">
                <a:effectLst/>
                <a:latin typeface="Calibri" panose="020F0502020204030204" pitchFamily="34" charset="0"/>
                <a:ea typeface="Calibri" panose="020F0502020204030204" pitchFamily="34" charset="0"/>
                <a:cs typeface="Calibri" panose="020F0502020204030204" pitchFamily="34" charset="0"/>
                <a:hlinkClick r:id="rId3"/>
              </a:rPr>
              <a:t>name@gmail.com</a:t>
            </a:r>
            <a:r>
              <a:rPr lang="en-US" altLang="zh-CN" sz="2400">
                <a:effectLst/>
                <a:latin typeface="Calibri" panose="020F0502020204030204" pitchFamily="34" charset="0"/>
                <a:ea typeface="Calibri" panose="020F0502020204030204" pitchFamily="34" charset="0"/>
                <a:cs typeface="Calibri" panose="020F0502020204030204" pitchFamily="34" charset="0"/>
              </a:rPr>
              <a:t>).</a:t>
            </a:r>
          </a:p>
          <a:p>
            <a:pPr marL="285750" indent="-285750" algn="just">
              <a:spcAft>
                <a:spcPts val="1200"/>
              </a:spcAft>
              <a:buClr>
                <a:schemeClr val="accent1">
                  <a:lumMod val="50000"/>
                </a:schemeClr>
              </a:buClr>
              <a:buFont typeface="Wingdings" panose="05000000000000000000" pitchFamily="2" charset="2"/>
              <a:buChar char="n"/>
            </a:pPr>
            <a:r>
              <a:rPr lang="en-US" altLang="zh-CN" sz="2400">
                <a:effectLst/>
                <a:latin typeface="Calibri" panose="020F0502020204030204" pitchFamily="34" charset="0"/>
                <a:ea typeface="Calibri" panose="020F0502020204030204" pitchFamily="34" charset="0"/>
                <a:cs typeface="Calibri" panose="020F0502020204030204" pitchFamily="34" charset="0"/>
              </a:rPr>
              <a:t>Choose a unique username that is unlikely to be already taken.</a:t>
            </a:r>
          </a:p>
          <a:p>
            <a:pPr marL="285750" indent="-285750" algn="just">
              <a:spcAft>
                <a:spcPts val="1200"/>
              </a:spcAft>
              <a:buClr>
                <a:schemeClr val="accent1">
                  <a:lumMod val="50000"/>
                </a:schemeClr>
              </a:buClr>
              <a:buFont typeface="Wingdings" panose="05000000000000000000" pitchFamily="2" charset="2"/>
              <a:buChar char="n"/>
            </a:pPr>
            <a:r>
              <a:rPr lang="en-US" altLang="zh-CN" sz="2400">
                <a:effectLst/>
                <a:latin typeface="Calibri" panose="020F0502020204030204" pitchFamily="34" charset="0"/>
                <a:ea typeface="Calibri" panose="020F0502020204030204" pitchFamily="34" charset="0"/>
                <a:cs typeface="Calibri" panose="020F0502020204030204" pitchFamily="34" charset="0"/>
              </a:rPr>
              <a:t>Avoid overly complicated or hard-to-remember names.</a:t>
            </a:r>
          </a:p>
          <a:p>
            <a:pPr algn="just">
              <a:spcAft>
                <a:spcPts val="1200"/>
              </a:spcAft>
              <a:buClr>
                <a:schemeClr val="accent1">
                  <a:lumMod val="50000"/>
                </a:schemeClr>
              </a:buClr>
            </a:pPr>
            <a:r>
              <a:rPr lang="zh-CN" altLang="en-US">
                <a:effectLst/>
                <a:latin typeface="Calibri" panose="020F0502020204030204" pitchFamily="34" charset="0"/>
                <a:ea typeface="Calibri" panose="020F0502020204030204" pitchFamily="34" charset="0"/>
                <a:cs typeface="Calibri" panose="020F0502020204030204" pitchFamily="34" charset="0"/>
              </a:rPr>
              <a:t>💡 </a:t>
            </a:r>
            <a:r>
              <a:rPr lang="en-US" altLang="zh-CN" i="1">
                <a:effectLst/>
                <a:latin typeface="Calibri" panose="020F0502020204030204" pitchFamily="34" charset="0"/>
                <a:ea typeface="Calibri" panose="020F0502020204030204" pitchFamily="34" charset="0"/>
                <a:cs typeface="Calibri" panose="020F0502020204030204" pitchFamily="34" charset="0"/>
              </a:rPr>
              <a:t>Tip: </a:t>
            </a:r>
            <a:r>
              <a:rPr lang="en-US" altLang="zh-CN">
                <a:effectLst/>
                <a:latin typeface="Calibri" panose="020F0502020204030204" pitchFamily="34" charset="0"/>
                <a:ea typeface="Calibri" panose="020F0502020204030204" pitchFamily="34" charset="0"/>
                <a:cs typeface="Calibri" panose="020F0502020204030204" pitchFamily="34" charset="0"/>
              </a:rPr>
              <a:t>Your Gmail address will also serve as your login for all Google services, so pick one you are comfortable using professionally and academically.</a:t>
            </a:r>
          </a:p>
        </p:txBody>
      </p:sp>
      <p:pic>
        <p:nvPicPr>
          <p:cNvPr id="2" name="图片 1">
            <a:extLst>
              <a:ext uri="{FF2B5EF4-FFF2-40B4-BE49-F238E27FC236}">
                <a16:creationId xmlns:a16="http://schemas.microsoft.com/office/drawing/2014/main" id="{DE476FDA-F3EF-9706-5B4A-9F1A0DBE92C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416799" y="2488529"/>
            <a:ext cx="4593167" cy="2430408"/>
          </a:xfrm>
          <a:prstGeom prst="rect">
            <a:avLst/>
          </a:prstGeom>
          <a:noFill/>
          <a:ln>
            <a:noFill/>
          </a:ln>
        </p:spPr>
      </p:pic>
    </p:spTree>
    <p:extLst>
      <p:ext uri="{BB962C8B-B14F-4D97-AF65-F5344CB8AC3E}">
        <p14:creationId xmlns:p14="http://schemas.microsoft.com/office/powerpoint/2010/main" val="365673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A4B03-49CA-797F-583F-ECDD33EA1FD6}"/>
            </a:ext>
          </a:extLst>
        </p:cNvPr>
        <p:cNvGrpSpPr/>
        <p:nvPr/>
      </p:nvGrpSpPr>
      <p:grpSpPr>
        <a:xfrm>
          <a:off x="0" y="0"/>
          <a:ext cx="0" cy="0"/>
          <a:chOff x="0" y="0"/>
          <a:chExt cx="0" cy="0"/>
        </a:xfrm>
      </p:grpSpPr>
      <p:sp>
        <p:nvSpPr>
          <p:cNvPr id="8" name="文本框 7">
            <a:extLst>
              <a:ext uri="{FF2B5EF4-FFF2-40B4-BE49-F238E27FC236}">
                <a16:creationId xmlns:a16="http://schemas.microsoft.com/office/drawing/2014/main" id="{CC8ADF7A-6460-0A6F-39F5-47A4E1F567FE}"/>
              </a:ext>
            </a:extLst>
          </p:cNvPr>
          <p:cNvSpPr txBox="1"/>
          <p:nvPr/>
        </p:nvSpPr>
        <p:spPr>
          <a:xfrm>
            <a:off x="335170" y="2090172"/>
            <a:ext cx="6624430" cy="2831544"/>
          </a:xfrm>
          <a:prstGeom prst="rect">
            <a:avLst/>
          </a:prstGeom>
          <a:noFill/>
        </p:spPr>
        <p:txBody>
          <a:bodyPr wrap="square">
            <a:spAutoFit/>
          </a:bodyPr>
          <a:lstStyle/>
          <a:p>
            <a:pPr algn="just">
              <a:spcAft>
                <a:spcPts val="1200"/>
              </a:spcAft>
              <a:buClr>
                <a:schemeClr val="accent1">
                  <a:lumMod val="50000"/>
                </a:schemeClr>
              </a:buClr>
            </a:pPr>
            <a:r>
              <a:rPr lang="zh-CN" altLang="en-US" sz="2800" b="1">
                <a:effectLst/>
                <a:latin typeface="Calibri" panose="020F0502020204030204" pitchFamily="34" charset="0"/>
                <a:ea typeface="Calibri" panose="020F0502020204030204" pitchFamily="34" charset="0"/>
                <a:cs typeface="Calibri" panose="020F0502020204030204" pitchFamily="34" charset="0"/>
              </a:rPr>
              <a:t>💡</a:t>
            </a:r>
            <a:r>
              <a:rPr lang="en-US" altLang="zh-CN" sz="2800" b="1">
                <a:effectLst/>
                <a:latin typeface="Calibri" panose="020F0502020204030204" pitchFamily="34" charset="0"/>
                <a:ea typeface="Calibri" panose="020F0502020204030204" pitchFamily="34" charset="0"/>
                <a:cs typeface="Calibri" panose="020F0502020204030204" pitchFamily="34" charset="0"/>
              </a:rPr>
              <a:t>Password:</a:t>
            </a:r>
          </a:p>
          <a:p>
            <a:pPr marL="285750" indent="-285750" algn="just">
              <a:spcAft>
                <a:spcPts val="1200"/>
              </a:spcAft>
              <a:buClr>
                <a:schemeClr val="accent1">
                  <a:lumMod val="50000"/>
                </a:schemeClr>
              </a:buClr>
              <a:buFont typeface="Wingdings" panose="05000000000000000000" pitchFamily="2" charset="2"/>
              <a:buChar char="n"/>
            </a:pPr>
            <a:r>
              <a:rPr lang="en-US" altLang="zh-CN" sz="2400">
                <a:effectLst/>
                <a:latin typeface="Calibri" panose="020F0502020204030204" pitchFamily="34" charset="0"/>
                <a:ea typeface="Calibri" panose="020F0502020204030204" pitchFamily="34" charset="0"/>
                <a:cs typeface="Calibri" panose="020F0502020204030204" pitchFamily="34" charset="0"/>
              </a:rPr>
              <a:t>Must be at least 8 characters long.</a:t>
            </a:r>
          </a:p>
          <a:p>
            <a:pPr marL="285750" indent="-285750" algn="just">
              <a:spcAft>
                <a:spcPts val="1200"/>
              </a:spcAft>
              <a:buClr>
                <a:schemeClr val="accent1">
                  <a:lumMod val="50000"/>
                </a:schemeClr>
              </a:buClr>
              <a:buFont typeface="Wingdings" panose="05000000000000000000" pitchFamily="2" charset="2"/>
              <a:buChar char="n"/>
            </a:pPr>
            <a:r>
              <a:rPr lang="en-US" altLang="zh-CN" sz="2400">
                <a:effectLst/>
                <a:latin typeface="Calibri" panose="020F0502020204030204" pitchFamily="34" charset="0"/>
                <a:ea typeface="Calibri" panose="020F0502020204030204" pitchFamily="34" charset="0"/>
                <a:cs typeface="Calibri" panose="020F0502020204030204" pitchFamily="34" charset="0"/>
              </a:rPr>
              <a:t>Recommended format: a mix of uppercase letters, lowercase letters, numbers, and symbols.</a:t>
            </a:r>
          </a:p>
          <a:p>
            <a:pPr marL="285750" indent="-285750" algn="just">
              <a:spcAft>
                <a:spcPts val="1200"/>
              </a:spcAft>
              <a:buClr>
                <a:schemeClr val="accent1">
                  <a:lumMod val="50000"/>
                </a:schemeClr>
              </a:buClr>
              <a:buFont typeface="Wingdings" panose="05000000000000000000" pitchFamily="2" charset="2"/>
              <a:buChar char="n"/>
            </a:pPr>
            <a:r>
              <a:rPr lang="en-US" altLang="zh-CN" sz="2400">
                <a:effectLst/>
                <a:latin typeface="Calibri" panose="020F0502020204030204" pitchFamily="34" charset="0"/>
                <a:ea typeface="Calibri" panose="020F0502020204030204" pitchFamily="34" charset="0"/>
                <a:cs typeface="Calibri" panose="020F0502020204030204" pitchFamily="34" charset="0"/>
              </a:rPr>
              <a:t>Keep a secure record of your password in a safe place.</a:t>
            </a:r>
            <a:endParaRPr lang="en-US" altLang="zh-CN">
              <a:effectLst/>
              <a:latin typeface="Calibri" panose="020F0502020204030204" pitchFamily="34" charset="0"/>
              <a:ea typeface="Calibri" panose="020F0502020204030204" pitchFamily="34" charset="0"/>
              <a:cs typeface="Calibri" panose="020F0502020204030204" pitchFamily="34" charset="0"/>
            </a:endParaRPr>
          </a:p>
        </p:txBody>
      </p:sp>
      <p:pic>
        <p:nvPicPr>
          <p:cNvPr id="3" name="图片 2">
            <a:extLst>
              <a:ext uri="{FF2B5EF4-FFF2-40B4-BE49-F238E27FC236}">
                <a16:creationId xmlns:a16="http://schemas.microsoft.com/office/drawing/2014/main" id="{C09D31E2-1602-BC6C-8F30-EE6ACDEAC52B}"/>
              </a:ext>
            </a:extLst>
          </p:cNvPr>
          <p:cNvPicPr>
            <a:picLocks noChangeAspect="1"/>
          </p:cNvPicPr>
          <p:nvPr/>
        </p:nvPicPr>
        <p:blipFill>
          <a:blip r:embed="rId3"/>
          <a:stretch>
            <a:fillRect/>
          </a:stretch>
        </p:blipFill>
        <p:spPr>
          <a:xfrm>
            <a:off x="7081345" y="1659467"/>
            <a:ext cx="4841613" cy="4027341"/>
          </a:xfrm>
          <a:prstGeom prst="rect">
            <a:avLst/>
          </a:prstGeom>
        </p:spPr>
      </p:pic>
    </p:spTree>
    <p:extLst>
      <p:ext uri="{BB962C8B-B14F-4D97-AF65-F5344CB8AC3E}">
        <p14:creationId xmlns:p14="http://schemas.microsoft.com/office/powerpoint/2010/main" val="41818384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F8E09-84E0-1001-27CA-A761C44B6F98}"/>
            </a:ext>
          </a:extLst>
        </p:cNvPr>
        <p:cNvGrpSpPr/>
        <p:nvPr/>
      </p:nvGrpSpPr>
      <p:grpSpPr>
        <a:xfrm>
          <a:off x="0" y="0"/>
          <a:ext cx="0" cy="0"/>
          <a:chOff x="0" y="0"/>
          <a:chExt cx="0" cy="0"/>
        </a:xfrm>
      </p:grpSpPr>
      <p:sp>
        <p:nvSpPr>
          <p:cNvPr id="8" name="文本框 7">
            <a:extLst>
              <a:ext uri="{FF2B5EF4-FFF2-40B4-BE49-F238E27FC236}">
                <a16:creationId xmlns:a16="http://schemas.microsoft.com/office/drawing/2014/main" id="{725C1DC8-2EAC-0529-BB36-08A9EA68BC0D}"/>
              </a:ext>
            </a:extLst>
          </p:cNvPr>
          <p:cNvSpPr txBox="1"/>
          <p:nvPr/>
        </p:nvSpPr>
        <p:spPr>
          <a:xfrm>
            <a:off x="457201" y="2447984"/>
            <a:ext cx="6993972" cy="3016210"/>
          </a:xfrm>
          <a:prstGeom prst="rect">
            <a:avLst/>
          </a:prstGeom>
          <a:noFill/>
        </p:spPr>
        <p:txBody>
          <a:bodyPr wrap="square">
            <a:spAutoFit/>
          </a:bodyPr>
          <a:lstStyle/>
          <a:p>
            <a:pPr marL="457200" indent="-457200" algn="just">
              <a:spcAft>
                <a:spcPts val="1200"/>
              </a:spcAft>
              <a:buClr>
                <a:schemeClr val="accent1">
                  <a:lumMod val="50000"/>
                </a:schemeClr>
              </a:buClr>
              <a:buFont typeface="Wingdings" panose="05000000000000000000" pitchFamily="2" charset="2"/>
              <a:buChar char="n"/>
            </a:pPr>
            <a:r>
              <a:rPr lang="en-US" altLang="zh-CN" sz="2400">
                <a:effectLst/>
                <a:latin typeface="Calibri" panose="020F0502020204030204" pitchFamily="34" charset="0"/>
                <a:ea typeface="Calibri" panose="020F0502020204030204" pitchFamily="34" charset="0"/>
                <a:cs typeface="Calibri" panose="020F0502020204030204" pitchFamily="34" charset="0"/>
              </a:rPr>
              <a:t>Select </a:t>
            </a:r>
            <a:r>
              <a:rPr lang="en-US" altLang="zh-CN" sz="2400" b="1">
                <a:effectLst/>
                <a:latin typeface="Calibri" panose="020F0502020204030204" pitchFamily="34" charset="0"/>
                <a:ea typeface="Calibri" panose="020F0502020204030204" pitchFamily="34" charset="0"/>
                <a:cs typeface="Calibri" panose="020F0502020204030204" pitchFamily="34" charset="0"/>
              </a:rPr>
              <a:t>+86 China </a:t>
            </a:r>
            <a:r>
              <a:rPr lang="en-US" altLang="zh-CN" sz="2400">
                <a:effectLst/>
                <a:latin typeface="Calibri" panose="020F0502020204030204" pitchFamily="34" charset="0"/>
                <a:ea typeface="Calibri" panose="020F0502020204030204" pitchFamily="34" charset="0"/>
                <a:cs typeface="Calibri" panose="020F0502020204030204" pitchFamily="34" charset="0"/>
              </a:rPr>
              <a:t>(or your country code if different).</a:t>
            </a:r>
          </a:p>
          <a:p>
            <a:pPr marL="457200" indent="-457200" algn="just">
              <a:spcAft>
                <a:spcPts val="1200"/>
              </a:spcAft>
              <a:buClr>
                <a:schemeClr val="accent1">
                  <a:lumMod val="50000"/>
                </a:schemeClr>
              </a:buClr>
              <a:buFont typeface="Wingdings" panose="05000000000000000000" pitchFamily="2" charset="2"/>
              <a:buChar char="n"/>
            </a:pPr>
            <a:r>
              <a:rPr lang="en-US" altLang="zh-CN" sz="2400">
                <a:effectLst/>
                <a:latin typeface="Calibri" panose="020F0502020204030204" pitchFamily="34" charset="0"/>
                <a:ea typeface="Calibri" panose="020F0502020204030204" pitchFamily="34" charset="0"/>
                <a:cs typeface="Calibri" panose="020F0502020204030204" pitchFamily="34" charset="0"/>
              </a:rPr>
              <a:t>Enter your mobile phone number as prompted to receive a verification code.</a:t>
            </a:r>
          </a:p>
          <a:p>
            <a:pPr marL="457200" indent="-457200" algn="just">
              <a:spcAft>
                <a:spcPts val="1200"/>
              </a:spcAft>
              <a:buClr>
                <a:schemeClr val="accent1">
                  <a:lumMod val="50000"/>
                </a:schemeClr>
              </a:buClr>
              <a:buFont typeface="Wingdings" panose="05000000000000000000" pitchFamily="2" charset="2"/>
              <a:buChar char="n"/>
            </a:pPr>
            <a:r>
              <a:rPr lang="en-US" altLang="zh-CN" sz="2400">
                <a:effectLst/>
                <a:latin typeface="Calibri" panose="020F0502020204030204" pitchFamily="34" charset="0"/>
                <a:ea typeface="Calibri" panose="020F0502020204030204" pitchFamily="34" charset="0"/>
                <a:cs typeface="Calibri" panose="020F0502020204030204" pitchFamily="34" charset="0"/>
              </a:rPr>
              <a:t>Check your phone for </a:t>
            </a:r>
            <a:r>
              <a:rPr lang="en-US" altLang="zh-CN" sz="2400" b="1">
                <a:effectLst/>
                <a:latin typeface="Calibri" panose="020F0502020204030204" pitchFamily="34" charset="0"/>
                <a:ea typeface="Calibri" panose="020F0502020204030204" pitchFamily="34" charset="0"/>
                <a:cs typeface="Calibri" panose="020F0502020204030204" pitchFamily="34" charset="0"/>
              </a:rPr>
              <a:t>the 6-digit verification code </a:t>
            </a:r>
            <a:r>
              <a:rPr lang="en-US" altLang="zh-CN" sz="2400">
                <a:effectLst/>
                <a:latin typeface="Calibri" panose="020F0502020204030204" pitchFamily="34" charset="0"/>
                <a:ea typeface="Calibri" panose="020F0502020204030204" pitchFamily="34" charset="0"/>
                <a:cs typeface="Calibri" panose="020F0502020204030204" pitchFamily="34" charset="0"/>
              </a:rPr>
              <a:t>and enter it to complete verification.</a:t>
            </a:r>
          </a:p>
          <a:p>
            <a:pPr algn="just">
              <a:spcAft>
                <a:spcPts val="1200"/>
              </a:spcAft>
              <a:buClr>
                <a:schemeClr val="accent1">
                  <a:lumMod val="50000"/>
                </a:schemeClr>
              </a:buClr>
            </a:pPr>
            <a:r>
              <a:rPr lang="zh-CN" altLang="en-US" sz="2000">
                <a:effectLst/>
                <a:latin typeface="Calibri" panose="020F0502020204030204" pitchFamily="34" charset="0"/>
                <a:ea typeface="Calibri" panose="020F0502020204030204" pitchFamily="34" charset="0"/>
                <a:cs typeface="Calibri" panose="020F0502020204030204" pitchFamily="34" charset="0"/>
              </a:rPr>
              <a:t>💡</a:t>
            </a:r>
            <a:r>
              <a:rPr lang="zh-CN" altLang="en-US" sz="2000" i="1">
                <a:effectLst/>
                <a:latin typeface="Calibri" panose="020F0502020204030204" pitchFamily="34" charset="0"/>
                <a:ea typeface="Calibri" panose="020F0502020204030204" pitchFamily="34" charset="0"/>
                <a:cs typeface="Calibri" panose="020F0502020204030204" pitchFamily="34" charset="0"/>
              </a:rPr>
              <a:t> </a:t>
            </a:r>
            <a:r>
              <a:rPr lang="en-US" altLang="zh-CN" sz="2000" i="1">
                <a:effectLst/>
                <a:latin typeface="Calibri" panose="020F0502020204030204" pitchFamily="34" charset="0"/>
                <a:ea typeface="Calibri" panose="020F0502020204030204" pitchFamily="34" charset="0"/>
                <a:cs typeface="Calibri" panose="020F0502020204030204" pitchFamily="34" charset="0"/>
              </a:rPr>
              <a:t>Tip: </a:t>
            </a:r>
            <a:r>
              <a:rPr lang="en-US" altLang="zh-CN" sz="2000">
                <a:effectLst/>
                <a:latin typeface="Calibri" panose="020F0502020204030204" pitchFamily="34" charset="0"/>
                <a:ea typeface="Calibri" panose="020F0502020204030204" pitchFamily="34" charset="0"/>
                <a:cs typeface="Calibri" panose="020F0502020204030204" pitchFamily="34" charset="0"/>
              </a:rPr>
              <a:t>Linking your phone number helps with account recovery and enhances account security through two-step verification.</a:t>
            </a:r>
            <a:endParaRPr lang="en-US" altLang="zh-CN" sz="1400">
              <a:effectLst/>
              <a:latin typeface="Calibri" panose="020F0502020204030204" pitchFamily="34" charset="0"/>
              <a:ea typeface="Calibri" panose="020F0502020204030204" pitchFamily="34" charset="0"/>
              <a:cs typeface="Calibri" panose="020F0502020204030204" pitchFamily="34" charset="0"/>
            </a:endParaRPr>
          </a:p>
        </p:txBody>
      </p:sp>
      <p:sp>
        <p:nvSpPr>
          <p:cNvPr id="5" name="文本框 4">
            <a:extLst>
              <a:ext uri="{FF2B5EF4-FFF2-40B4-BE49-F238E27FC236}">
                <a16:creationId xmlns:a16="http://schemas.microsoft.com/office/drawing/2014/main" id="{9846EDC8-C473-9A49-C723-6A6B93BC3690}"/>
              </a:ext>
            </a:extLst>
          </p:cNvPr>
          <p:cNvSpPr txBox="1"/>
          <p:nvPr/>
        </p:nvSpPr>
        <p:spPr>
          <a:xfrm>
            <a:off x="1007299" y="1333078"/>
            <a:ext cx="6096000" cy="584775"/>
          </a:xfrm>
          <a:prstGeom prst="rect">
            <a:avLst/>
          </a:prstGeom>
          <a:noFill/>
        </p:spPr>
        <p:txBody>
          <a:bodyPr wrap="square">
            <a:spAutoFit/>
          </a:bodyPr>
          <a:lstStyle/>
          <a:p>
            <a:r>
              <a:rPr lang="en-US" altLang="zh-CN" sz="3200" b="1">
                <a:solidFill>
                  <a:schemeClr val="accent1">
                    <a:lumMod val="50000"/>
                  </a:schemeClr>
                </a:solidFill>
              </a:rPr>
              <a:t>Step 3 </a:t>
            </a:r>
            <a:r>
              <a:rPr lang="en-US" altLang="zh-CN" sz="3200" b="1"/>
              <a:t>– Verify Your Phone</a:t>
            </a:r>
            <a:endParaRPr lang="zh-CN" altLang="en-US" sz="3200" b="1"/>
          </a:p>
        </p:txBody>
      </p:sp>
      <p:pic>
        <p:nvPicPr>
          <p:cNvPr id="6" name="图片 5">
            <a:extLst>
              <a:ext uri="{FF2B5EF4-FFF2-40B4-BE49-F238E27FC236}">
                <a16:creationId xmlns:a16="http://schemas.microsoft.com/office/drawing/2014/main" id="{9D2639C8-A3C1-C764-8E9A-A2FFD38AAA98}"/>
              </a:ext>
            </a:extLst>
          </p:cNvPr>
          <p:cNvPicPr>
            <a:picLocks noChangeAspect="1"/>
          </p:cNvPicPr>
          <p:nvPr/>
        </p:nvPicPr>
        <p:blipFill>
          <a:blip r:embed="rId3"/>
          <a:stretch>
            <a:fillRect/>
          </a:stretch>
        </p:blipFill>
        <p:spPr>
          <a:xfrm>
            <a:off x="7569706" y="2295584"/>
            <a:ext cx="4452960" cy="3076465"/>
          </a:xfrm>
          <a:prstGeom prst="rect">
            <a:avLst/>
          </a:prstGeom>
        </p:spPr>
      </p:pic>
    </p:spTree>
    <p:extLst>
      <p:ext uri="{BB962C8B-B14F-4D97-AF65-F5344CB8AC3E}">
        <p14:creationId xmlns:p14="http://schemas.microsoft.com/office/powerpoint/2010/main" val="21597568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2AD07-0556-AF01-11A4-017CEB0EA5DF}"/>
            </a:ext>
          </a:extLst>
        </p:cNvPr>
        <p:cNvGrpSpPr/>
        <p:nvPr/>
      </p:nvGrpSpPr>
      <p:grpSpPr>
        <a:xfrm>
          <a:off x="0" y="0"/>
          <a:ext cx="0" cy="0"/>
          <a:chOff x="0" y="0"/>
          <a:chExt cx="0" cy="0"/>
        </a:xfrm>
      </p:grpSpPr>
      <p:sp>
        <p:nvSpPr>
          <p:cNvPr id="8" name="文本框 7">
            <a:extLst>
              <a:ext uri="{FF2B5EF4-FFF2-40B4-BE49-F238E27FC236}">
                <a16:creationId xmlns:a16="http://schemas.microsoft.com/office/drawing/2014/main" id="{4A699834-39FD-2EC7-A86B-B28CE9050FC6}"/>
              </a:ext>
            </a:extLst>
          </p:cNvPr>
          <p:cNvSpPr txBox="1"/>
          <p:nvPr/>
        </p:nvSpPr>
        <p:spPr>
          <a:xfrm>
            <a:off x="635001" y="2414117"/>
            <a:ext cx="6993972" cy="3354765"/>
          </a:xfrm>
          <a:prstGeom prst="rect">
            <a:avLst/>
          </a:prstGeom>
          <a:noFill/>
        </p:spPr>
        <p:txBody>
          <a:bodyPr wrap="square">
            <a:spAutoFit/>
          </a:bodyPr>
          <a:lstStyle/>
          <a:p>
            <a:pPr marL="457200" indent="-457200" algn="just">
              <a:spcAft>
                <a:spcPts val="1200"/>
              </a:spcAft>
              <a:buClr>
                <a:schemeClr val="accent1">
                  <a:lumMod val="50000"/>
                </a:schemeClr>
              </a:buClr>
              <a:buFont typeface="Wingdings" panose="05000000000000000000" pitchFamily="2" charset="2"/>
              <a:buChar char="n"/>
            </a:pPr>
            <a:r>
              <a:rPr lang="en-US" altLang="zh-CN" sz="2400">
                <a:effectLst/>
                <a:latin typeface="Calibri" panose="020F0502020204030204" pitchFamily="34" charset="0"/>
                <a:ea typeface="Calibri" panose="020F0502020204030204" pitchFamily="34" charset="0"/>
                <a:cs typeface="Calibri" panose="020F0502020204030204" pitchFamily="34" charset="0"/>
              </a:rPr>
              <a:t>You may enter a recovery email address to help regain access to your account if you forget your password or lose access.</a:t>
            </a:r>
          </a:p>
          <a:p>
            <a:pPr marL="457200" indent="-457200" algn="just">
              <a:spcAft>
                <a:spcPts val="1200"/>
              </a:spcAft>
              <a:buClr>
                <a:schemeClr val="accent1">
                  <a:lumMod val="50000"/>
                </a:schemeClr>
              </a:buClr>
              <a:buFont typeface="Wingdings" panose="05000000000000000000" pitchFamily="2" charset="2"/>
              <a:buChar char="n"/>
            </a:pPr>
            <a:r>
              <a:rPr lang="en-US" altLang="zh-CN" sz="2400">
                <a:effectLst/>
                <a:latin typeface="Calibri" panose="020F0502020204030204" pitchFamily="34" charset="0"/>
                <a:ea typeface="Calibri" panose="020F0502020204030204" pitchFamily="34" charset="0"/>
                <a:cs typeface="Calibri" panose="020F0502020204030204" pitchFamily="34" charset="0"/>
              </a:rPr>
              <a:t>If you do not have another email address, you can skip this step.</a:t>
            </a:r>
          </a:p>
          <a:p>
            <a:pPr algn="just">
              <a:spcAft>
                <a:spcPts val="1200"/>
              </a:spcAft>
              <a:buClr>
                <a:schemeClr val="accent1">
                  <a:lumMod val="50000"/>
                </a:schemeClr>
              </a:buClr>
            </a:pPr>
            <a:r>
              <a:rPr lang="zh-CN" altLang="en-US" sz="2400">
                <a:effectLst/>
                <a:latin typeface="Calibri" panose="020F0502020204030204" pitchFamily="34" charset="0"/>
                <a:ea typeface="Calibri" panose="020F0502020204030204" pitchFamily="34" charset="0"/>
                <a:cs typeface="Calibri" panose="020F0502020204030204" pitchFamily="34" charset="0"/>
              </a:rPr>
              <a:t>💡 </a:t>
            </a:r>
            <a:r>
              <a:rPr lang="en-US" altLang="zh-CN" sz="2400" i="1">
                <a:effectLst/>
                <a:latin typeface="Calibri" panose="020F0502020204030204" pitchFamily="34" charset="0"/>
                <a:ea typeface="Calibri" panose="020F0502020204030204" pitchFamily="34" charset="0"/>
                <a:cs typeface="Calibri" panose="020F0502020204030204" pitchFamily="34" charset="0"/>
              </a:rPr>
              <a:t>Tip: </a:t>
            </a:r>
            <a:r>
              <a:rPr lang="en-US" altLang="zh-CN" sz="2400">
                <a:effectLst/>
                <a:latin typeface="Calibri" panose="020F0502020204030204" pitchFamily="34" charset="0"/>
                <a:ea typeface="Calibri" panose="020F0502020204030204" pitchFamily="34" charset="0"/>
                <a:cs typeface="Calibri" panose="020F0502020204030204" pitchFamily="34" charset="0"/>
              </a:rPr>
              <a:t>Using a recovery email from a different provider (e.g., Outlook, 163</a:t>
            </a:r>
            <a:r>
              <a:rPr lang="en-US" altLang="zh-CN" sz="2400">
                <a:latin typeface="Calibri" panose="020F0502020204030204" pitchFamily="34" charset="0"/>
                <a:ea typeface="Calibri" panose="020F0502020204030204" pitchFamily="34" charset="0"/>
                <a:cs typeface="Calibri" panose="020F0502020204030204" pitchFamily="34" charset="0"/>
              </a:rPr>
              <a:t>,</a:t>
            </a:r>
            <a:r>
              <a:rPr lang="zh-CN" altLang="en-US" sz="2400">
                <a:latin typeface="Calibri" panose="020F0502020204030204" pitchFamily="34" charset="0"/>
                <a:ea typeface="Calibri" panose="020F0502020204030204" pitchFamily="34" charset="0"/>
                <a:cs typeface="Calibri" panose="020F0502020204030204" pitchFamily="34" charset="0"/>
              </a:rPr>
              <a:t> </a:t>
            </a:r>
            <a:r>
              <a:rPr lang="en-US" altLang="zh-CN" sz="2400">
                <a:latin typeface="Calibri" panose="020F0502020204030204" pitchFamily="34" charset="0"/>
                <a:ea typeface="Calibri" panose="020F0502020204030204" pitchFamily="34" charset="0"/>
                <a:cs typeface="Calibri" panose="020F0502020204030204" pitchFamily="34" charset="0"/>
              </a:rPr>
              <a:t>QQ</a:t>
            </a:r>
            <a:r>
              <a:rPr lang="en-US" altLang="zh-CN" sz="2400">
                <a:effectLst/>
                <a:latin typeface="Calibri" panose="020F0502020204030204" pitchFamily="34" charset="0"/>
                <a:ea typeface="Calibri" panose="020F0502020204030204" pitchFamily="34" charset="0"/>
                <a:cs typeface="Calibri" panose="020F0502020204030204" pitchFamily="34" charset="0"/>
              </a:rPr>
              <a:t>) can make your account recovery process more reliable.</a:t>
            </a:r>
            <a:endParaRPr lang="en-US" altLang="zh-CN" sz="1400">
              <a:effectLst/>
              <a:latin typeface="Calibri" panose="020F0502020204030204" pitchFamily="34" charset="0"/>
              <a:ea typeface="Calibri" panose="020F0502020204030204" pitchFamily="34" charset="0"/>
              <a:cs typeface="Calibri" panose="020F0502020204030204" pitchFamily="34" charset="0"/>
            </a:endParaRPr>
          </a:p>
        </p:txBody>
      </p:sp>
      <p:sp>
        <p:nvSpPr>
          <p:cNvPr id="5" name="文本框 4">
            <a:extLst>
              <a:ext uri="{FF2B5EF4-FFF2-40B4-BE49-F238E27FC236}">
                <a16:creationId xmlns:a16="http://schemas.microsoft.com/office/drawing/2014/main" id="{A90F5B16-1B31-59AC-1406-F3B366B56AD1}"/>
              </a:ext>
            </a:extLst>
          </p:cNvPr>
          <p:cNvSpPr txBox="1"/>
          <p:nvPr/>
        </p:nvSpPr>
        <p:spPr>
          <a:xfrm>
            <a:off x="949874" y="1337498"/>
            <a:ext cx="10844194" cy="584775"/>
          </a:xfrm>
          <a:prstGeom prst="rect">
            <a:avLst/>
          </a:prstGeom>
          <a:noFill/>
        </p:spPr>
        <p:txBody>
          <a:bodyPr wrap="square">
            <a:spAutoFit/>
          </a:bodyPr>
          <a:lstStyle/>
          <a:p>
            <a:r>
              <a:rPr lang="en-US" altLang="zh-CN" sz="3200" b="1">
                <a:solidFill>
                  <a:schemeClr val="accent1">
                    <a:lumMod val="50000"/>
                  </a:schemeClr>
                </a:solidFill>
              </a:rPr>
              <a:t>Step 4 </a:t>
            </a:r>
            <a:r>
              <a:rPr lang="en-US" altLang="zh-CN" sz="3200" b="1"/>
              <a:t>– Add a Recovery Email (Optional but Recommended)</a:t>
            </a:r>
            <a:endParaRPr lang="zh-CN" altLang="en-US" sz="3200" b="1"/>
          </a:p>
        </p:txBody>
      </p:sp>
      <p:pic>
        <p:nvPicPr>
          <p:cNvPr id="2" name="图片 1">
            <a:extLst>
              <a:ext uri="{FF2B5EF4-FFF2-40B4-BE49-F238E27FC236}">
                <a16:creationId xmlns:a16="http://schemas.microsoft.com/office/drawing/2014/main" id="{8F22B302-CB25-52E5-4874-FC5B25BB046F}"/>
              </a:ext>
            </a:extLst>
          </p:cNvPr>
          <p:cNvPicPr>
            <a:picLocks noChangeAspect="1"/>
          </p:cNvPicPr>
          <p:nvPr/>
        </p:nvPicPr>
        <p:blipFill>
          <a:blip r:embed="rId3"/>
          <a:stretch>
            <a:fillRect/>
          </a:stretch>
        </p:blipFill>
        <p:spPr>
          <a:xfrm>
            <a:off x="7744477" y="2149353"/>
            <a:ext cx="3916812" cy="4217579"/>
          </a:xfrm>
          <a:prstGeom prst="rect">
            <a:avLst/>
          </a:prstGeom>
        </p:spPr>
      </p:pic>
    </p:spTree>
    <p:extLst>
      <p:ext uri="{BB962C8B-B14F-4D97-AF65-F5344CB8AC3E}">
        <p14:creationId xmlns:p14="http://schemas.microsoft.com/office/powerpoint/2010/main" val="14192275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9FFAF-69FB-37F0-B2DA-327172D60B43}"/>
            </a:ext>
          </a:extLst>
        </p:cNvPr>
        <p:cNvGrpSpPr/>
        <p:nvPr/>
      </p:nvGrpSpPr>
      <p:grpSpPr>
        <a:xfrm>
          <a:off x="0" y="0"/>
          <a:ext cx="0" cy="0"/>
          <a:chOff x="0" y="0"/>
          <a:chExt cx="0" cy="0"/>
        </a:xfrm>
      </p:grpSpPr>
      <p:sp>
        <p:nvSpPr>
          <p:cNvPr id="8" name="文本框 7">
            <a:extLst>
              <a:ext uri="{FF2B5EF4-FFF2-40B4-BE49-F238E27FC236}">
                <a16:creationId xmlns:a16="http://schemas.microsoft.com/office/drawing/2014/main" id="{CD271104-735A-CD2C-5DDD-D3FD6A2948A0}"/>
              </a:ext>
            </a:extLst>
          </p:cNvPr>
          <p:cNvSpPr txBox="1"/>
          <p:nvPr/>
        </p:nvSpPr>
        <p:spPr>
          <a:xfrm>
            <a:off x="924473" y="2668117"/>
            <a:ext cx="9965266" cy="2554545"/>
          </a:xfrm>
          <a:prstGeom prst="rect">
            <a:avLst/>
          </a:prstGeom>
          <a:noFill/>
        </p:spPr>
        <p:txBody>
          <a:bodyPr wrap="square">
            <a:spAutoFit/>
          </a:bodyPr>
          <a:lstStyle/>
          <a:p>
            <a:pPr marL="342900" indent="-342900" algn="just">
              <a:spcAft>
                <a:spcPts val="1200"/>
              </a:spcAft>
              <a:buClr>
                <a:schemeClr val="accent1">
                  <a:lumMod val="50000"/>
                </a:schemeClr>
              </a:buClr>
              <a:buFont typeface="Wingdings" panose="05000000000000000000" pitchFamily="2" charset="2"/>
              <a:buChar char="n"/>
            </a:pPr>
            <a:r>
              <a:rPr lang="en-US" altLang="zh-CN" sz="2800">
                <a:effectLst/>
                <a:latin typeface="Calibri" panose="020F0502020204030204" pitchFamily="34" charset="0"/>
                <a:ea typeface="Calibri" panose="020F0502020204030204" pitchFamily="34" charset="0"/>
                <a:cs typeface="Calibri" panose="020F0502020204030204" pitchFamily="34" charset="0"/>
              </a:rPr>
              <a:t>Click </a:t>
            </a:r>
            <a:r>
              <a:rPr lang="en-US" altLang="zh-CN" sz="2800" b="1">
                <a:effectLst/>
                <a:latin typeface="Calibri" panose="020F0502020204030204" pitchFamily="34" charset="0"/>
                <a:ea typeface="Calibri" panose="020F0502020204030204" pitchFamily="34" charset="0"/>
                <a:cs typeface="Calibri" panose="020F0502020204030204" pitchFamily="34" charset="0"/>
              </a:rPr>
              <a:t>“I Agree”</a:t>
            </a:r>
            <a:r>
              <a:rPr lang="en-US" altLang="zh-CN" sz="2800">
                <a:effectLst/>
                <a:latin typeface="Calibri" panose="020F0502020204030204" pitchFamily="34" charset="0"/>
                <a:ea typeface="Calibri" panose="020F0502020204030204" pitchFamily="34" charset="0"/>
                <a:cs typeface="Calibri" panose="020F0502020204030204" pitchFamily="34" charset="0"/>
              </a:rPr>
              <a:t> to proceed with account creation.</a:t>
            </a:r>
          </a:p>
          <a:p>
            <a:pPr marL="457200" indent="-457200" algn="just">
              <a:spcAft>
                <a:spcPts val="1200"/>
              </a:spcAft>
              <a:buClr>
                <a:schemeClr val="accent1">
                  <a:lumMod val="50000"/>
                </a:schemeClr>
              </a:buClr>
              <a:buFont typeface="Wingdings" panose="05000000000000000000" pitchFamily="2" charset="2"/>
              <a:buChar char="n"/>
            </a:pPr>
            <a:endParaRPr lang="en-US" altLang="zh-CN" sz="2800">
              <a:latin typeface="Calibri" panose="020F0502020204030204" pitchFamily="34" charset="0"/>
              <a:ea typeface="Calibri" panose="020F0502020204030204" pitchFamily="34" charset="0"/>
              <a:cs typeface="Calibri" panose="020F0502020204030204" pitchFamily="34" charset="0"/>
            </a:endParaRPr>
          </a:p>
          <a:p>
            <a:pPr marL="342900" indent="-342900" algn="just">
              <a:spcAft>
                <a:spcPts val="1200"/>
              </a:spcAft>
              <a:buClr>
                <a:schemeClr val="accent1">
                  <a:lumMod val="50000"/>
                </a:schemeClr>
              </a:buClr>
              <a:buFont typeface="Wingdings" panose="05000000000000000000" pitchFamily="2" charset="2"/>
              <a:buChar char="n"/>
            </a:pPr>
            <a:r>
              <a:rPr lang="en-US" altLang="zh-CN" sz="2800">
                <a:effectLst/>
                <a:latin typeface="Calibri" panose="020F0502020204030204" pitchFamily="34" charset="0"/>
                <a:ea typeface="Calibri" panose="020F0502020204030204" pitchFamily="34" charset="0"/>
                <a:cs typeface="Calibri" panose="020F0502020204030204" pitchFamily="34" charset="0"/>
              </a:rPr>
              <a:t>Once your account is created, you will automatically have access to the entire suite of Google services — including </a:t>
            </a:r>
            <a:r>
              <a:rPr lang="en-US" altLang="zh-CN" sz="2800" b="1">
                <a:effectLst/>
                <a:latin typeface="Calibri" panose="020F0502020204030204" pitchFamily="34" charset="0"/>
                <a:ea typeface="Calibri" panose="020F0502020204030204" pitchFamily="34" charset="0"/>
                <a:cs typeface="Calibri" panose="020F0502020204030204" pitchFamily="34" charset="0"/>
              </a:rPr>
              <a:t>Gmail, Google Drive, </a:t>
            </a:r>
            <a:r>
              <a:rPr lang="en-US" altLang="zh-CN" sz="2800">
                <a:effectLst/>
                <a:latin typeface="Calibri" panose="020F0502020204030204" pitchFamily="34" charset="0"/>
                <a:ea typeface="Calibri" panose="020F0502020204030204" pitchFamily="34" charset="0"/>
                <a:cs typeface="Calibri" panose="020F0502020204030204" pitchFamily="34" charset="0"/>
              </a:rPr>
              <a:t>and </a:t>
            </a:r>
            <a:r>
              <a:rPr lang="en-US" altLang="zh-CN" sz="2800" b="1">
                <a:effectLst/>
                <a:latin typeface="Calibri" panose="020F0502020204030204" pitchFamily="34" charset="0"/>
                <a:ea typeface="Calibri" panose="020F0502020204030204" pitchFamily="34" charset="0"/>
                <a:cs typeface="Calibri" panose="020F0502020204030204" pitchFamily="34" charset="0"/>
              </a:rPr>
              <a:t>Google Colab </a:t>
            </a:r>
            <a:r>
              <a:rPr lang="en-US" altLang="zh-CN" sz="2800">
                <a:effectLst/>
                <a:latin typeface="Calibri" panose="020F0502020204030204" pitchFamily="34" charset="0"/>
                <a:ea typeface="Calibri" panose="020F0502020204030204" pitchFamily="34" charset="0"/>
                <a:cs typeface="Calibri" panose="020F0502020204030204" pitchFamily="34" charset="0"/>
              </a:rPr>
              <a:t>— with a single sign-in.</a:t>
            </a:r>
            <a:endParaRPr lang="en-US" altLang="zh-CN" sz="1600">
              <a:effectLst/>
              <a:latin typeface="Calibri" panose="020F0502020204030204" pitchFamily="34" charset="0"/>
              <a:ea typeface="Calibri" panose="020F0502020204030204" pitchFamily="34" charset="0"/>
              <a:cs typeface="Calibri" panose="020F0502020204030204" pitchFamily="34" charset="0"/>
            </a:endParaRPr>
          </a:p>
        </p:txBody>
      </p:sp>
      <p:sp>
        <p:nvSpPr>
          <p:cNvPr id="5" name="文本框 4">
            <a:extLst>
              <a:ext uri="{FF2B5EF4-FFF2-40B4-BE49-F238E27FC236}">
                <a16:creationId xmlns:a16="http://schemas.microsoft.com/office/drawing/2014/main" id="{A0EE74EE-F06F-6252-53E3-72CBE513711E}"/>
              </a:ext>
            </a:extLst>
          </p:cNvPr>
          <p:cNvSpPr txBox="1"/>
          <p:nvPr/>
        </p:nvSpPr>
        <p:spPr>
          <a:xfrm>
            <a:off x="924473" y="1312096"/>
            <a:ext cx="10844194" cy="584775"/>
          </a:xfrm>
          <a:prstGeom prst="rect">
            <a:avLst/>
          </a:prstGeom>
          <a:noFill/>
        </p:spPr>
        <p:txBody>
          <a:bodyPr wrap="square">
            <a:spAutoFit/>
          </a:bodyPr>
          <a:lstStyle/>
          <a:p>
            <a:r>
              <a:rPr lang="en-US" altLang="zh-CN" sz="3200" b="1">
                <a:solidFill>
                  <a:schemeClr val="accent1">
                    <a:lumMod val="50000"/>
                  </a:schemeClr>
                </a:solidFill>
              </a:rPr>
              <a:t>Step 5 </a:t>
            </a:r>
            <a:r>
              <a:rPr lang="en-US" altLang="zh-CN" sz="3200" b="1"/>
              <a:t>– Read and Agree to the Terms of Service</a:t>
            </a:r>
            <a:endParaRPr lang="zh-CN" altLang="en-US" sz="3200" b="1"/>
          </a:p>
        </p:txBody>
      </p:sp>
    </p:spTree>
    <p:extLst>
      <p:ext uri="{BB962C8B-B14F-4D97-AF65-F5344CB8AC3E}">
        <p14:creationId xmlns:p14="http://schemas.microsoft.com/office/powerpoint/2010/main" val="38165641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8C923-136F-0196-9F6E-90D3CD76AC6E}"/>
            </a:ext>
          </a:extLst>
        </p:cNvPr>
        <p:cNvGrpSpPr/>
        <p:nvPr/>
      </p:nvGrpSpPr>
      <p:grpSpPr>
        <a:xfrm>
          <a:off x="0" y="0"/>
          <a:ext cx="0" cy="0"/>
          <a:chOff x="0" y="0"/>
          <a:chExt cx="0" cy="0"/>
        </a:xfrm>
      </p:grpSpPr>
      <p:sp>
        <p:nvSpPr>
          <p:cNvPr id="8" name="文本框 7">
            <a:extLst>
              <a:ext uri="{FF2B5EF4-FFF2-40B4-BE49-F238E27FC236}">
                <a16:creationId xmlns:a16="http://schemas.microsoft.com/office/drawing/2014/main" id="{4D99A6A9-ED54-C304-A7F0-B2E630D0FFF7}"/>
              </a:ext>
            </a:extLst>
          </p:cNvPr>
          <p:cNvSpPr txBox="1"/>
          <p:nvPr/>
        </p:nvSpPr>
        <p:spPr>
          <a:xfrm>
            <a:off x="676967" y="2375805"/>
            <a:ext cx="6940742" cy="3170099"/>
          </a:xfrm>
          <a:prstGeom prst="rect">
            <a:avLst/>
          </a:prstGeom>
          <a:noFill/>
        </p:spPr>
        <p:txBody>
          <a:bodyPr wrap="square">
            <a:spAutoFit/>
          </a:bodyPr>
          <a:lstStyle/>
          <a:p>
            <a:pPr marL="342900" indent="-342900" algn="just">
              <a:spcAft>
                <a:spcPts val="1200"/>
              </a:spcAft>
              <a:buClr>
                <a:schemeClr val="accent1">
                  <a:lumMod val="50000"/>
                </a:schemeClr>
              </a:buClr>
              <a:buFont typeface="Wingdings" panose="05000000000000000000" pitchFamily="2" charset="2"/>
              <a:buChar char="n"/>
            </a:pPr>
            <a:r>
              <a:rPr lang="en-US" altLang="zh-CN" sz="2000">
                <a:effectLst/>
                <a:latin typeface="Calibri" panose="020F0502020204030204" pitchFamily="34" charset="0"/>
                <a:ea typeface="Calibri" panose="020F0502020204030204" pitchFamily="34" charset="0"/>
                <a:cs typeface="Calibri" panose="020F0502020204030204" pitchFamily="34" charset="0"/>
              </a:rPr>
              <a:t>If </a:t>
            </a:r>
            <a:r>
              <a:rPr lang="en-US" altLang="zh-CN" sz="2000">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repeated registration attempts </a:t>
            </a:r>
            <a:r>
              <a:rPr lang="en-US" altLang="zh-CN" sz="2000">
                <a:effectLst/>
                <a:latin typeface="Calibri" panose="020F0502020204030204" pitchFamily="34" charset="0"/>
                <a:ea typeface="Calibri" panose="020F0502020204030204" pitchFamily="34" charset="0"/>
                <a:cs typeface="Calibri" panose="020F0502020204030204" pitchFamily="34" charset="0"/>
              </a:rPr>
              <a:t>are unsuccessful, please turn on the desktop computer in front of you </a:t>
            </a:r>
            <a:r>
              <a:rPr lang="en-US" altLang="zh-CN" sz="2000">
                <a:latin typeface="Calibri" panose="020F0502020204030204" pitchFamily="34" charset="0"/>
                <a:ea typeface="Calibri" panose="020F0502020204030204" pitchFamily="34" charset="0"/>
                <a:cs typeface="Calibri" panose="020F0502020204030204" pitchFamily="34" charset="0"/>
              </a:rPr>
              <a:t>(</a:t>
            </a:r>
            <a:r>
              <a:rPr lang="en-US" altLang="zh-CN" sz="2000">
                <a:effectLst/>
                <a:latin typeface="Calibri" panose="020F0502020204030204" pitchFamily="34" charset="0"/>
                <a:ea typeface="Calibri" panose="020F0502020204030204" pitchFamily="34" charset="0"/>
                <a:cs typeface="Calibri" panose="020F0502020204030204" pitchFamily="34" charset="0"/>
              </a:rPr>
              <a:t>log in using your student ID number).</a:t>
            </a:r>
          </a:p>
          <a:p>
            <a:pPr marL="342900" indent="-342900" algn="just">
              <a:spcAft>
                <a:spcPts val="1200"/>
              </a:spcAft>
              <a:buClr>
                <a:schemeClr val="accent1">
                  <a:lumMod val="50000"/>
                </a:schemeClr>
              </a:buClr>
              <a:buFont typeface="Wingdings" panose="05000000000000000000" pitchFamily="2" charset="2"/>
              <a:buChar char="n"/>
            </a:pPr>
            <a:endParaRPr lang="en-US" altLang="zh-CN" sz="2000">
              <a:effectLst/>
              <a:latin typeface="Calibri" panose="020F0502020204030204" pitchFamily="34" charset="0"/>
              <a:ea typeface="Calibri" panose="020F0502020204030204" pitchFamily="34" charset="0"/>
              <a:cs typeface="Calibri" panose="020F0502020204030204" pitchFamily="34" charset="0"/>
            </a:endParaRPr>
          </a:p>
          <a:p>
            <a:pPr marL="342900" indent="-342900" algn="just">
              <a:spcAft>
                <a:spcPts val="1200"/>
              </a:spcAft>
              <a:buClr>
                <a:schemeClr val="accent1">
                  <a:lumMod val="50000"/>
                </a:schemeClr>
              </a:buClr>
              <a:buFont typeface="Wingdings" panose="05000000000000000000" pitchFamily="2" charset="2"/>
              <a:buChar char="n"/>
            </a:pPr>
            <a:r>
              <a:rPr lang="en-US" altLang="zh-CN" sz="2000">
                <a:effectLst/>
                <a:latin typeface="Calibri" panose="020F0502020204030204" pitchFamily="34" charset="0"/>
                <a:ea typeface="Calibri" panose="020F0502020204030204" pitchFamily="34" charset="0"/>
                <a:cs typeface="Calibri" panose="020F0502020204030204" pitchFamily="34" charset="0"/>
              </a:rPr>
              <a:t>Then click the Anaconda shortcut on the desktop.</a:t>
            </a:r>
          </a:p>
          <a:p>
            <a:pPr marL="342900" indent="-342900" algn="just">
              <a:spcAft>
                <a:spcPts val="1200"/>
              </a:spcAft>
              <a:buClr>
                <a:schemeClr val="accent1">
                  <a:lumMod val="50000"/>
                </a:schemeClr>
              </a:buClr>
              <a:buFont typeface="Wingdings" panose="05000000000000000000" pitchFamily="2" charset="2"/>
              <a:buChar char="n"/>
            </a:pPr>
            <a:endParaRPr lang="en-US" altLang="zh-CN" sz="2000">
              <a:effectLst/>
              <a:latin typeface="Calibri" panose="020F0502020204030204" pitchFamily="34" charset="0"/>
              <a:ea typeface="Calibri" panose="020F0502020204030204" pitchFamily="34" charset="0"/>
              <a:cs typeface="Calibri" panose="020F0502020204030204" pitchFamily="34" charset="0"/>
            </a:endParaRPr>
          </a:p>
          <a:p>
            <a:pPr marL="342900" indent="-342900" algn="just">
              <a:spcAft>
                <a:spcPts val="1200"/>
              </a:spcAft>
              <a:buClr>
                <a:schemeClr val="accent1">
                  <a:lumMod val="50000"/>
                </a:schemeClr>
              </a:buClr>
              <a:buFont typeface="Wingdings" panose="05000000000000000000" pitchFamily="2" charset="2"/>
              <a:buChar char="n"/>
            </a:pPr>
            <a:r>
              <a:rPr lang="en-US" altLang="zh-CN" sz="2000">
                <a:effectLst/>
                <a:latin typeface="Calibri" panose="020F0502020204030204" pitchFamily="34" charset="0"/>
                <a:ea typeface="Calibri" panose="020F0502020204030204" pitchFamily="34" charset="0"/>
                <a:cs typeface="Calibri" panose="020F0502020204030204" pitchFamily="34" charset="0"/>
              </a:rPr>
              <a:t>Launch Jupyter Notebook to enjoy an experience identical to </a:t>
            </a:r>
            <a:r>
              <a:rPr lang="en-US" altLang="zh-CN" sz="2000">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Google Colab</a:t>
            </a:r>
            <a:r>
              <a:rPr lang="en-US" altLang="zh-CN" sz="200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en-US" altLang="zh-CN" sz="1200">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5" name="文本框 4">
            <a:extLst>
              <a:ext uri="{FF2B5EF4-FFF2-40B4-BE49-F238E27FC236}">
                <a16:creationId xmlns:a16="http://schemas.microsoft.com/office/drawing/2014/main" id="{4A815F83-CBC5-825F-8F59-95E319EB61C8}"/>
              </a:ext>
            </a:extLst>
          </p:cNvPr>
          <p:cNvSpPr txBox="1"/>
          <p:nvPr/>
        </p:nvSpPr>
        <p:spPr>
          <a:xfrm>
            <a:off x="924473" y="1312096"/>
            <a:ext cx="10844194" cy="646331"/>
          </a:xfrm>
          <a:prstGeom prst="rect">
            <a:avLst/>
          </a:prstGeom>
          <a:noFill/>
        </p:spPr>
        <p:txBody>
          <a:bodyPr wrap="square">
            <a:spAutoFit/>
          </a:bodyPr>
          <a:lstStyle/>
          <a:p>
            <a:r>
              <a:rPr lang="en-US" altLang="zh-CN" sz="3600" b="1">
                <a:solidFill>
                  <a:schemeClr val="accent1">
                    <a:lumMod val="50000"/>
                  </a:schemeClr>
                </a:solidFill>
              </a:rPr>
              <a:t>*</a:t>
            </a:r>
            <a:r>
              <a:rPr lang="en-US" altLang="zh-CN" sz="3600" b="1"/>
              <a:t>Alternative Access Method</a:t>
            </a:r>
            <a:endParaRPr lang="zh-CN" altLang="en-US" sz="3600" b="1"/>
          </a:p>
        </p:txBody>
      </p:sp>
      <p:pic>
        <p:nvPicPr>
          <p:cNvPr id="3" name="图片 2">
            <a:extLst>
              <a:ext uri="{FF2B5EF4-FFF2-40B4-BE49-F238E27FC236}">
                <a16:creationId xmlns:a16="http://schemas.microsoft.com/office/drawing/2014/main" id="{774CC66B-ACA9-B59B-9B2D-30DA4977AFA4}"/>
              </a:ext>
            </a:extLst>
          </p:cNvPr>
          <p:cNvPicPr>
            <a:picLocks noChangeAspect="1"/>
          </p:cNvPicPr>
          <p:nvPr/>
        </p:nvPicPr>
        <p:blipFill>
          <a:blip r:embed="rId3"/>
          <a:stretch>
            <a:fillRect/>
          </a:stretch>
        </p:blipFill>
        <p:spPr>
          <a:xfrm>
            <a:off x="8213397" y="3504811"/>
            <a:ext cx="2635648" cy="2955433"/>
          </a:xfrm>
          <a:prstGeom prst="rect">
            <a:avLst/>
          </a:prstGeom>
        </p:spPr>
      </p:pic>
      <p:pic>
        <p:nvPicPr>
          <p:cNvPr id="6" name="图片 5">
            <a:extLst>
              <a:ext uri="{FF2B5EF4-FFF2-40B4-BE49-F238E27FC236}">
                <a16:creationId xmlns:a16="http://schemas.microsoft.com/office/drawing/2014/main" id="{CA4ECEE0-E951-33F9-C769-ACF22697769F}"/>
              </a:ext>
            </a:extLst>
          </p:cNvPr>
          <p:cNvPicPr>
            <a:picLocks noChangeAspect="1"/>
          </p:cNvPicPr>
          <p:nvPr/>
        </p:nvPicPr>
        <p:blipFill>
          <a:blip r:embed="rId4"/>
          <a:stretch>
            <a:fillRect/>
          </a:stretch>
        </p:blipFill>
        <p:spPr>
          <a:xfrm>
            <a:off x="8213398" y="819602"/>
            <a:ext cx="2635649" cy="2458364"/>
          </a:xfrm>
          <a:prstGeom prst="rect">
            <a:avLst/>
          </a:prstGeom>
        </p:spPr>
      </p:pic>
    </p:spTree>
    <p:extLst>
      <p:ext uri="{BB962C8B-B14F-4D97-AF65-F5344CB8AC3E}">
        <p14:creationId xmlns:p14="http://schemas.microsoft.com/office/powerpoint/2010/main" val="5256682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30BB2-CCBE-0D2D-3710-B3D7CEB8249F}"/>
            </a:ext>
          </a:extLst>
        </p:cNvPr>
        <p:cNvGrpSpPr/>
        <p:nvPr/>
      </p:nvGrpSpPr>
      <p:grpSpPr>
        <a:xfrm>
          <a:off x="0" y="0"/>
          <a:ext cx="0" cy="0"/>
          <a:chOff x="0" y="0"/>
          <a:chExt cx="0" cy="0"/>
        </a:xfrm>
      </p:grpSpPr>
      <p:sp>
        <p:nvSpPr>
          <p:cNvPr id="8" name="文本框 7">
            <a:extLst>
              <a:ext uri="{FF2B5EF4-FFF2-40B4-BE49-F238E27FC236}">
                <a16:creationId xmlns:a16="http://schemas.microsoft.com/office/drawing/2014/main" id="{DFB6ED76-B06A-4ACE-C4F5-D159860F4DBA}"/>
              </a:ext>
            </a:extLst>
          </p:cNvPr>
          <p:cNvSpPr txBox="1"/>
          <p:nvPr/>
        </p:nvSpPr>
        <p:spPr>
          <a:xfrm>
            <a:off x="924474" y="2030961"/>
            <a:ext cx="5637193" cy="3785652"/>
          </a:xfrm>
          <a:prstGeom prst="rect">
            <a:avLst/>
          </a:prstGeom>
          <a:noFill/>
        </p:spPr>
        <p:txBody>
          <a:bodyPr wrap="square">
            <a:spAutoFit/>
          </a:bodyPr>
          <a:lstStyle/>
          <a:p>
            <a:pPr marL="342900" indent="-342900">
              <a:buClr>
                <a:schemeClr val="accent1">
                  <a:lumMod val="50000"/>
                </a:schemeClr>
              </a:buClr>
              <a:buFont typeface="Wingdings" panose="05000000000000000000" pitchFamily="2" charset="2"/>
              <a:buChar char="n"/>
            </a:pPr>
            <a:r>
              <a:rPr lang="en-US" altLang="zh-CN" sz="2400"/>
              <a:t>In </a:t>
            </a:r>
            <a:r>
              <a:rPr lang="en-US" altLang="zh-CN" sz="2400">
                <a:effectLst/>
                <a:latin typeface="Calibri" panose="020F0502020204030204" pitchFamily="34" charset="0"/>
                <a:ea typeface="Calibri" panose="020F0502020204030204" pitchFamily="34" charset="0"/>
                <a:cs typeface="Calibri" panose="020F0502020204030204" pitchFamily="34" charset="0"/>
              </a:rPr>
              <a:t>your browser, go to: </a:t>
            </a:r>
            <a:r>
              <a:rPr lang="en-US" altLang="zh-CN" sz="2400">
                <a:effectLst/>
                <a:latin typeface="Calibri" panose="020F0502020204030204" pitchFamily="34" charset="0"/>
                <a:ea typeface="Calibri" panose="020F0502020204030204" pitchFamily="34" charset="0"/>
                <a:cs typeface="Calibri" panose="020F0502020204030204" pitchFamily="34" charset="0"/>
                <a:hlinkClick r:id="rId3"/>
              </a:rPr>
              <a:t>https://colab.research.google.com/</a:t>
            </a:r>
            <a:endParaRPr lang="en-US" altLang="zh-CN" sz="2400">
              <a:effectLst/>
              <a:latin typeface="Calibri" panose="020F0502020204030204" pitchFamily="34" charset="0"/>
              <a:ea typeface="Calibri" panose="020F0502020204030204" pitchFamily="34" charset="0"/>
              <a:cs typeface="Calibri" panose="020F0502020204030204" pitchFamily="34" charset="0"/>
            </a:endParaRPr>
          </a:p>
          <a:p>
            <a:pPr marL="342900" indent="-342900">
              <a:buClr>
                <a:schemeClr val="accent1">
                  <a:lumMod val="50000"/>
                </a:schemeClr>
              </a:buClr>
              <a:buFont typeface="Wingdings" panose="05000000000000000000" pitchFamily="2" charset="2"/>
              <a:buChar char="n"/>
            </a:pPr>
            <a:endParaRPr lang="en-US" altLang="zh-CN" sz="2400">
              <a:effectLst/>
              <a:latin typeface="Calibri" panose="020F0502020204030204" pitchFamily="34" charset="0"/>
              <a:ea typeface="Calibri" panose="020F0502020204030204" pitchFamily="34" charset="0"/>
              <a:cs typeface="Calibri" panose="020F0502020204030204" pitchFamily="34" charset="0"/>
            </a:endParaRPr>
          </a:p>
          <a:p>
            <a:pPr marL="342900" indent="-342900">
              <a:buClr>
                <a:schemeClr val="accent1">
                  <a:lumMod val="50000"/>
                </a:schemeClr>
              </a:buClr>
              <a:buFont typeface="Wingdings" panose="05000000000000000000" pitchFamily="2" charset="2"/>
              <a:buChar char="n"/>
            </a:pPr>
            <a:r>
              <a:rPr lang="en-US" altLang="zh-CN" sz="2400">
                <a:effectLst/>
                <a:latin typeface="Calibri" panose="020F0502020204030204" pitchFamily="34" charset="0"/>
                <a:ea typeface="Calibri" panose="020F0502020204030204" pitchFamily="34" charset="0"/>
                <a:cs typeface="Calibri" panose="020F0502020204030204" pitchFamily="34" charset="0"/>
              </a:rPr>
              <a:t>Click “</a:t>
            </a:r>
            <a:r>
              <a:rPr lang="en-US" altLang="zh-CN" sz="2400" b="1">
                <a:effectLst/>
                <a:latin typeface="Calibri" panose="020F0502020204030204" pitchFamily="34" charset="0"/>
                <a:ea typeface="Calibri" panose="020F0502020204030204" pitchFamily="34" charset="0"/>
                <a:cs typeface="Calibri" panose="020F0502020204030204" pitchFamily="34" charset="0"/>
              </a:rPr>
              <a:t>New Notebook</a:t>
            </a:r>
            <a:r>
              <a:rPr lang="en-US" altLang="zh-CN" sz="2400">
                <a:effectLst/>
                <a:latin typeface="Calibri" panose="020F0502020204030204" pitchFamily="34" charset="0"/>
                <a:ea typeface="Calibri" panose="020F0502020204030204" pitchFamily="34" charset="0"/>
                <a:cs typeface="Calibri" panose="020F0502020204030204" pitchFamily="34" charset="0"/>
              </a:rPr>
              <a:t>” to create a fresh Colab workspace.</a:t>
            </a:r>
          </a:p>
          <a:p>
            <a:pPr marL="342900" indent="-342900" algn="just">
              <a:buClr>
                <a:schemeClr val="accent1">
                  <a:lumMod val="50000"/>
                </a:schemeClr>
              </a:buClr>
              <a:buFont typeface="Wingdings" panose="05000000000000000000" pitchFamily="2" charset="2"/>
              <a:buChar char="n"/>
            </a:pPr>
            <a:endParaRPr lang="en-US" altLang="zh-CN" sz="2400">
              <a:effectLst/>
              <a:latin typeface="Calibri" panose="020F0502020204030204" pitchFamily="34" charset="0"/>
              <a:ea typeface="Calibri" panose="020F0502020204030204" pitchFamily="34" charset="0"/>
              <a:cs typeface="Calibri" panose="020F0502020204030204" pitchFamily="34" charset="0"/>
            </a:endParaRPr>
          </a:p>
          <a:p>
            <a:pPr algn="just">
              <a:buClr>
                <a:schemeClr val="accent1">
                  <a:lumMod val="50000"/>
                </a:schemeClr>
              </a:buClr>
            </a:pPr>
            <a:r>
              <a:rPr lang="zh-CN" altLang="en-US" sz="2400">
                <a:effectLst/>
                <a:latin typeface="Calibri" panose="020F0502020204030204" pitchFamily="34" charset="0"/>
                <a:ea typeface="Calibri" panose="020F0502020204030204" pitchFamily="34" charset="0"/>
                <a:cs typeface="Calibri" panose="020F0502020204030204" pitchFamily="34" charset="0"/>
              </a:rPr>
              <a:t>💡 </a:t>
            </a:r>
            <a:r>
              <a:rPr lang="en-US" altLang="zh-CN" sz="2400" i="1">
                <a:effectLst/>
                <a:latin typeface="Calibri" panose="020F0502020204030204" pitchFamily="34" charset="0"/>
                <a:ea typeface="Calibri" panose="020F0502020204030204" pitchFamily="34" charset="0"/>
                <a:cs typeface="Calibri" panose="020F0502020204030204" pitchFamily="34" charset="0"/>
              </a:rPr>
              <a:t>Tip: </a:t>
            </a:r>
            <a:r>
              <a:rPr lang="en-US" altLang="zh-CN" sz="2400">
                <a:effectLst/>
                <a:latin typeface="Calibri" panose="020F0502020204030204" pitchFamily="34" charset="0"/>
                <a:ea typeface="Calibri" panose="020F0502020204030204" pitchFamily="34" charset="0"/>
                <a:cs typeface="Calibri" panose="020F0502020204030204" pitchFamily="34" charset="0"/>
              </a:rPr>
              <a:t>Make sure you are signed in to your Google account before opening Colab, so your notebook can be automatically saved to Google Drive.</a:t>
            </a:r>
            <a:endParaRPr lang="en-US" altLang="zh-CN" sz="1400">
              <a:effectLst/>
              <a:latin typeface="Calibri" panose="020F0502020204030204" pitchFamily="34" charset="0"/>
              <a:ea typeface="Calibri" panose="020F0502020204030204" pitchFamily="34" charset="0"/>
              <a:cs typeface="Calibri" panose="020F0502020204030204" pitchFamily="34" charset="0"/>
            </a:endParaRPr>
          </a:p>
        </p:txBody>
      </p:sp>
      <p:sp>
        <p:nvSpPr>
          <p:cNvPr id="5" name="文本框 4">
            <a:extLst>
              <a:ext uri="{FF2B5EF4-FFF2-40B4-BE49-F238E27FC236}">
                <a16:creationId xmlns:a16="http://schemas.microsoft.com/office/drawing/2014/main" id="{FE653C96-132B-BCDA-FDBA-87C5CC40FA21}"/>
              </a:ext>
            </a:extLst>
          </p:cNvPr>
          <p:cNvSpPr txBox="1"/>
          <p:nvPr/>
        </p:nvSpPr>
        <p:spPr>
          <a:xfrm>
            <a:off x="1026073" y="1227429"/>
            <a:ext cx="10844194" cy="707886"/>
          </a:xfrm>
          <a:prstGeom prst="rect">
            <a:avLst/>
          </a:prstGeom>
          <a:noFill/>
        </p:spPr>
        <p:txBody>
          <a:bodyPr wrap="square">
            <a:spAutoFit/>
          </a:bodyPr>
          <a:lstStyle/>
          <a:p>
            <a:r>
              <a:rPr lang="en-US" altLang="zh-CN" sz="4000" b="1"/>
              <a:t>2. Open Google Colab</a:t>
            </a:r>
            <a:endParaRPr lang="zh-CN" altLang="en-US" sz="4000" b="1"/>
          </a:p>
        </p:txBody>
      </p:sp>
      <p:pic>
        <p:nvPicPr>
          <p:cNvPr id="2" name="图片 1">
            <a:extLst>
              <a:ext uri="{FF2B5EF4-FFF2-40B4-BE49-F238E27FC236}">
                <a16:creationId xmlns:a16="http://schemas.microsoft.com/office/drawing/2014/main" id="{22A55A5A-114A-5D7A-52B0-32B4617E242D}"/>
              </a:ext>
            </a:extLst>
          </p:cNvPr>
          <p:cNvPicPr>
            <a:picLocks noChangeAspect="1"/>
          </p:cNvPicPr>
          <p:nvPr/>
        </p:nvPicPr>
        <p:blipFill>
          <a:blip r:embed="rId4"/>
          <a:stretch>
            <a:fillRect/>
          </a:stretch>
        </p:blipFill>
        <p:spPr>
          <a:xfrm>
            <a:off x="6965699" y="1466279"/>
            <a:ext cx="4129948" cy="2771270"/>
          </a:xfrm>
          <a:prstGeom prst="rect">
            <a:avLst/>
          </a:prstGeom>
        </p:spPr>
      </p:pic>
      <p:sp>
        <p:nvSpPr>
          <p:cNvPr id="3" name="矩形 2">
            <a:extLst>
              <a:ext uri="{FF2B5EF4-FFF2-40B4-BE49-F238E27FC236}">
                <a16:creationId xmlns:a16="http://schemas.microsoft.com/office/drawing/2014/main" id="{1254A9C9-E04F-7A15-4FD2-1A9EDF0E47A1}"/>
              </a:ext>
            </a:extLst>
          </p:cNvPr>
          <p:cNvSpPr/>
          <p:nvPr/>
        </p:nvSpPr>
        <p:spPr>
          <a:xfrm>
            <a:off x="7454930" y="1942120"/>
            <a:ext cx="3462866" cy="474134"/>
          </a:xfrm>
          <a:prstGeom prst="rect">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a:extLst>
              <a:ext uri="{FF2B5EF4-FFF2-40B4-BE49-F238E27FC236}">
                <a16:creationId xmlns:a16="http://schemas.microsoft.com/office/drawing/2014/main" id="{B509DC4C-EF87-9500-564C-1230639A4CD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01460" y="4476399"/>
            <a:ext cx="4978790" cy="1422512"/>
          </a:xfrm>
          <a:prstGeom prst="rect">
            <a:avLst/>
          </a:prstGeom>
        </p:spPr>
      </p:pic>
    </p:spTree>
    <p:extLst>
      <p:ext uri="{BB962C8B-B14F-4D97-AF65-F5344CB8AC3E}">
        <p14:creationId xmlns:p14="http://schemas.microsoft.com/office/powerpoint/2010/main" val="31034172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C3F3D-1043-E477-31E0-143E314BF8AD}"/>
            </a:ext>
          </a:extLst>
        </p:cNvPr>
        <p:cNvGrpSpPr/>
        <p:nvPr/>
      </p:nvGrpSpPr>
      <p:grpSpPr>
        <a:xfrm>
          <a:off x="0" y="0"/>
          <a:ext cx="0" cy="0"/>
          <a:chOff x="0" y="0"/>
          <a:chExt cx="0" cy="0"/>
        </a:xfrm>
      </p:grpSpPr>
      <p:sp>
        <p:nvSpPr>
          <p:cNvPr id="8" name="文本框 7">
            <a:extLst>
              <a:ext uri="{FF2B5EF4-FFF2-40B4-BE49-F238E27FC236}">
                <a16:creationId xmlns:a16="http://schemas.microsoft.com/office/drawing/2014/main" id="{403FF6EE-942A-31EB-C0EC-B4057F357373}"/>
              </a:ext>
            </a:extLst>
          </p:cNvPr>
          <p:cNvSpPr txBox="1"/>
          <p:nvPr/>
        </p:nvSpPr>
        <p:spPr>
          <a:xfrm>
            <a:off x="1000672" y="1958430"/>
            <a:ext cx="10936631" cy="4124206"/>
          </a:xfrm>
          <a:prstGeom prst="rect">
            <a:avLst/>
          </a:prstGeom>
          <a:noFill/>
        </p:spPr>
        <p:txBody>
          <a:bodyPr wrap="square">
            <a:spAutoFit/>
          </a:bodyPr>
          <a:lstStyle/>
          <a:p>
            <a:pPr>
              <a:spcAft>
                <a:spcPts val="1200"/>
              </a:spcAft>
              <a:buClr>
                <a:schemeClr val="accent1">
                  <a:lumMod val="50000"/>
                </a:schemeClr>
              </a:buClr>
            </a:pPr>
            <a:r>
              <a:rPr lang="en-US" altLang="zh-CN" sz="2400" b="1">
                <a:effectLst/>
                <a:latin typeface="Calibri" panose="020F0502020204030204" pitchFamily="34" charset="0"/>
                <a:ea typeface="Calibri" panose="020F0502020204030204" pitchFamily="34" charset="0"/>
                <a:cs typeface="Calibri" panose="020F0502020204030204" pitchFamily="34" charset="0"/>
              </a:rPr>
              <a:t>File Name (top left): </a:t>
            </a:r>
            <a:r>
              <a:rPr lang="en-US" altLang="zh-CN" sz="2400">
                <a:effectLst/>
                <a:latin typeface="Calibri" panose="020F0502020204030204" pitchFamily="34" charset="0"/>
                <a:ea typeface="Calibri" panose="020F0502020204030204" pitchFamily="34" charset="0"/>
                <a:cs typeface="Calibri" panose="020F0502020204030204" pitchFamily="34" charset="0"/>
              </a:rPr>
              <a:t>Click to rename (default is something like Untitled0.ipynb).</a:t>
            </a:r>
          </a:p>
          <a:p>
            <a:pPr>
              <a:spcAft>
                <a:spcPts val="1200"/>
              </a:spcAft>
              <a:buClr>
                <a:schemeClr val="accent1">
                  <a:lumMod val="50000"/>
                </a:schemeClr>
              </a:buClr>
            </a:pPr>
            <a:r>
              <a:rPr lang="en-US" altLang="zh-CN" sz="2400" b="1">
                <a:effectLst/>
                <a:latin typeface="Calibri" panose="020F0502020204030204" pitchFamily="34" charset="0"/>
                <a:ea typeface="Calibri" panose="020F0502020204030204" pitchFamily="34" charset="0"/>
                <a:cs typeface="Calibri" panose="020F0502020204030204" pitchFamily="34" charset="0"/>
              </a:rPr>
              <a:t>Common Menu Options:</a:t>
            </a:r>
          </a:p>
          <a:p>
            <a:pPr marL="342900" indent="-342900">
              <a:spcAft>
                <a:spcPts val="1200"/>
              </a:spcAft>
              <a:buClr>
                <a:schemeClr val="accent1">
                  <a:lumMod val="50000"/>
                </a:schemeClr>
              </a:buClr>
              <a:buFont typeface="Wingdings" panose="05000000000000000000" pitchFamily="2" charset="2"/>
              <a:buChar char="n"/>
            </a:pPr>
            <a:r>
              <a:rPr lang="en-US" altLang="zh-CN" sz="2400" b="1">
                <a:effectLst/>
                <a:latin typeface="Calibri" panose="020F0502020204030204" pitchFamily="34" charset="0"/>
                <a:ea typeface="Calibri" panose="020F0502020204030204" pitchFamily="34" charset="0"/>
                <a:cs typeface="Calibri" panose="020F0502020204030204" pitchFamily="34" charset="0"/>
              </a:rPr>
              <a:t>File: </a:t>
            </a:r>
            <a:r>
              <a:rPr lang="en-US" altLang="zh-CN" sz="2400">
                <a:effectLst/>
                <a:latin typeface="Calibri" panose="020F0502020204030204" pitchFamily="34" charset="0"/>
                <a:ea typeface="Calibri" panose="020F0502020204030204" pitchFamily="34" charset="0"/>
                <a:cs typeface="Calibri" panose="020F0502020204030204" pitchFamily="34" charset="0"/>
              </a:rPr>
              <a:t>Create a new notebook, save, save to GitHub, download as </a:t>
            </a:r>
            <a:r>
              <a:rPr lang="en-US" altLang="zh-CN" sz="2400" b="1">
                <a:effectLst/>
                <a:latin typeface="Calibri" panose="020F0502020204030204" pitchFamily="34" charset="0"/>
                <a:ea typeface="Calibri" panose="020F0502020204030204" pitchFamily="34" charset="0"/>
                <a:cs typeface="Calibri" panose="020F0502020204030204" pitchFamily="34" charset="0"/>
              </a:rPr>
              <a:t>.ipynb </a:t>
            </a:r>
            <a:r>
              <a:rPr lang="en-US" altLang="zh-CN" sz="2400">
                <a:effectLst/>
                <a:latin typeface="Calibri" panose="020F0502020204030204" pitchFamily="34" charset="0"/>
                <a:ea typeface="Calibri" panose="020F0502020204030204" pitchFamily="34" charset="0"/>
                <a:cs typeface="Calibri" panose="020F0502020204030204" pitchFamily="34" charset="0"/>
              </a:rPr>
              <a:t>or </a:t>
            </a:r>
            <a:r>
              <a:rPr lang="en-US" altLang="zh-CN" sz="2400" b="1">
                <a:effectLst/>
                <a:latin typeface="Calibri" panose="020F0502020204030204" pitchFamily="34" charset="0"/>
                <a:ea typeface="Calibri" panose="020F0502020204030204" pitchFamily="34" charset="0"/>
                <a:cs typeface="Calibri" panose="020F0502020204030204" pitchFamily="34" charset="0"/>
              </a:rPr>
              <a:t>.py</a:t>
            </a:r>
            <a:r>
              <a:rPr lang="en-US" altLang="zh-CN" sz="2400">
                <a:effectLst/>
                <a:latin typeface="Calibri" panose="020F0502020204030204" pitchFamily="34" charset="0"/>
                <a:ea typeface="Calibri" panose="020F0502020204030204" pitchFamily="34" charset="0"/>
                <a:cs typeface="Calibri" panose="020F0502020204030204" pitchFamily="34" charset="0"/>
              </a:rPr>
              <a:t>.</a:t>
            </a:r>
          </a:p>
          <a:p>
            <a:pPr marL="342900" indent="-342900">
              <a:spcAft>
                <a:spcPts val="1200"/>
              </a:spcAft>
              <a:buClr>
                <a:schemeClr val="accent1">
                  <a:lumMod val="50000"/>
                </a:schemeClr>
              </a:buClr>
              <a:buFont typeface="Wingdings" panose="05000000000000000000" pitchFamily="2" charset="2"/>
              <a:buChar char="n"/>
            </a:pPr>
            <a:r>
              <a:rPr lang="en-US" altLang="zh-CN" sz="2400" b="1">
                <a:effectLst/>
                <a:latin typeface="Calibri" panose="020F0502020204030204" pitchFamily="34" charset="0"/>
                <a:ea typeface="Calibri" panose="020F0502020204030204" pitchFamily="34" charset="0"/>
                <a:cs typeface="Calibri" panose="020F0502020204030204" pitchFamily="34" charset="0"/>
              </a:rPr>
              <a:t>Edit: </a:t>
            </a:r>
            <a:r>
              <a:rPr lang="en-US" altLang="zh-CN" sz="2400">
                <a:effectLst/>
                <a:latin typeface="Calibri" panose="020F0502020204030204" pitchFamily="34" charset="0"/>
                <a:ea typeface="Calibri" panose="020F0502020204030204" pitchFamily="34" charset="0"/>
                <a:cs typeface="Calibri" panose="020F0502020204030204" pitchFamily="34" charset="0"/>
              </a:rPr>
              <a:t>Find &amp; replace, notebook settings.</a:t>
            </a:r>
          </a:p>
          <a:p>
            <a:pPr marL="342900" indent="-342900">
              <a:spcAft>
                <a:spcPts val="1200"/>
              </a:spcAft>
              <a:buClr>
                <a:schemeClr val="accent1">
                  <a:lumMod val="50000"/>
                </a:schemeClr>
              </a:buClr>
              <a:buFont typeface="Wingdings" panose="05000000000000000000" pitchFamily="2" charset="2"/>
              <a:buChar char="n"/>
            </a:pPr>
            <a:r>
              <a:rPr lang="en-US" altLang="zh-CN" sz="2400" b="1">
                <a:effectLst/>
                <a:latin typeface="Calibri" panose="020F0502020204030204" pitchFamily="34" charset="0"/>
                <a:ea typeface="Calibri" panose="020F0502020204030204" pitchFamily="34" charset="0"/>
                <a:cs typeface="Calibri" panose="020F0502020204030204" pitchFamily="34" charset="0"/>
              </a:rPr>
              <a:t>View: </a:t>
            </a:r>
            <a:r>
              <a:rPr lang="en-US" altLang="zh-CN" sz="2400">
                <a:effectLst/>
                <a:latin typeface="Calibri" panose="020F0502020204030204" pitchFamily="34" charset="0"/>
                <a:ea typeface="Calibri" panose="020F0502020204030204" pitchFamily="34" charset="0"/>
                <a:cs typeface="Calibri" panose="020F0502020204030204" pitchFamily="34" charset="0"/>
              </a:rPr>
              <a:t>Toggle side panels, show/hide line numbers, etc.</a:t>
            </a:r>
          </a:p>
          <a:p>
            <a:pPr marL="342900" indent="-342900">
              <a:spcAft>
                <a:spcPts val="1200"/>
              </a:spcAft>
              <a:buClr>
                <a:schemeClr val="accent1">
                  <a:lumMod val="50000"/>
                </a:schemeClr>
              </a:buClr>
              <a:buFont typeface="Wingdings" panose="05000000000000000000" pitchFamily="2" charset="2"/>
              <a:buChar char="n"/>
            </a:pPr>
            <a:r>
              <a:rPr lang="en-US" altLang="zh-CN" sz="2400" b="1">
                <a:effectLst/>
                <a:latin typeface="Calibri" panose="020F0502020204030204" pitchFamily="34" charset="0"/>
                <a:ea typeface="Calibri" panose="020F0502020204030204" pitchFamily="34" charset="0"/>
                <a:cs typeface="Calibri" panose="020F0502020204030204" pitchFamily="34" charset="0"/>
              </a:rPr>
              <a:t>Insert: </a:t>
            </a:r>
            <a:r>
              <a:rPr lang="en-US" altLang="zh-CN" sz="2400">
                <a:effectLst/>
                <a:latin typeface="Calibri" panose="020F0502020204030204" pitchFamily="34" charset="0"/>
                <a:ea typeface="Calibri" panose="020F0502020204030204" pitchFamily="34" charset="0"/>
                <a:cs typeface="Calibri" panose="020F0502020204030204" pitchFamily="34" charset="0"/>
              </a:rPr>
              <a:t>Add text cells or code cells.</a:t>
            </a:r>
          </a:p>
          <a:p>
            <a:pPr marL="342900" indent="-342900">
              <a:spcAft>
                <a:spcPts val="1200"/>
              </a:spcAft>
              <a:buClr>
                <a:schemeClr val="accent1">
                  <a:lumMod val="50000"/>
                </a:schemeClr>
              </a:buClr>
              <a:buFont typeface="Wingdings" panose="05000000000000000000" pitchFamily="2" charset="2"/>
              <a:buChar char="n"/>
            </a:pPr>
            <a:r>
              <a:rPr lang="en-US" altLang="zh-CN" sz="2400" b="1">
                <a:effectLst/>
                <a:latin typeface="Calibri" panose="020F0502020204030204" pitchFamily="34" charset="0"/>
                <a:ea typeface="Calibri" panose="020F0502020204030204" pitchFamily="34" charset="0"/>
                <a:cs typeface="Calibri" panose="020F0502020204030204" pitchFamily="34" charset="0"/>
              </a:rPr>
              <a:t>Runtime: </a:t>
            </a:r>
            <a:r>
              <a:rPr lang="en-US" altLang="zh-CN" sz="2400">
                <a:effectLst/>
                <a:latin typeface="Calibri" panose="020F0502020204030204" pitchFamily="34" charset="0"/>
                <a:ea typeface="Calibri" panose="020F0502020204030204" pitchFamily="34" charset="0"/>
                <a:cs typeface="Calibri" panose="020F0502020204030204" pitchFamily="34" charset="0"/>
              </a:rPr>
              <a:t>Connect/disconnect, restart, change runtime type (CPU/GPU/TPU).</a:t>
            </a:r>
          </a:p>
          <a:p>
            <a:pPr marL="342900" indent="-342900">
              <a:spcAft>
                <a:spcPts val="1200"/>
              </a:spcAft>
              <a:buClr>
                <a:schemeClr val="accent1">
                  <a:lumMod val="50000"/>
                </a:schemeClr>
              </a:buClr>
              <a:buFont typeface="Wingdings" panose="05000000000000000000" pitchFamily="2" charset="2"/>
              <a:buChar char="n"/>
            </a:pPr>
            <a:r>
              <a:rPr lang="en-US" altLang="zh-CN" sz="2400" b="1">
                <a:effectLst/>
                <a:latin typeface="Calibri" panose="020F0502020204030204" pitchFamily="34" charset="0"/>
                <a:ea typeface="Calibri" panose="020F0502020204030204" pitchFamily="34" charset="0"/>
                <a:cs typeface="Calibri" panose="020F0502020204030204" pitchFamily="34" charset="0"/>
              </a:rPr>
              <a:t>Tools: </a:t>
            </a:r>
            <a:r>
              <a:rPr lang="en-US" altLang="zh-CN" sz="2400">
                <a:effectLst/>
                <a:latin typeface="Calibri" panose="020F0502020204030204" pitchFamily="34" charset="0"/>
                <a:ea typeface="Calibri" panose="020F0502020204030204" pitchFamily="34" charset="0"/>
                <a:cs typeface="Calibri" panose="020F0502020204030204" pitchFamily="34" charset="0"/>
              </a:rPr>
              <a:t>Settings, manage extensions.</a:t>
            </a:r>
            <a:endParaRPr lang="en-US" altLang="zh-CN" sz="1400">
              <a:effectLst/>
              <a:latin typeface="Calibri" panose="020F0502020204030204" pitchFamily="34" charset="0"/>
              <a:ea typeface="Calibri" panose="020F0502020204030204" pitchFamily="34" charset="0"/>
              <a:cs typeface="Calibri" panose="020F0502020204030204" pitchFamily="34" charset="0"/>
            </a:endParaRPr>
          </a:p>
        </p:txBody>
      </p:sp>
      <p:sp>
        <p:nvSpPr>
          <p:cNvPr id="5" name="文本框 4">
            <a:extLst>
              <a:ext uri="{FF2B5EF4-FFF2-40B4-BE49-F238E27FC236}">
                <a16:creationId xmlns:a16="http://schemas.microsoft.com/office/drawing/2014/main" id="{C2D8AFE2-EAA5-6EE0-2A8A-610EF25C35C0}"/>
              </a:ext>
            </a:extLst>
          </p:cNvPr>
          <p:cNvSpPr txBox="1"/>
          <p:nvPr/>
        </p:nvSpPr>
        <p:spPr>
          <a:xfrm>
            <a:off x="1000673" y="1250544"/>
            <a:ext cx="10844194" cy="707886"/>
          </a:xfrm>
          <a:prstGeom prst="rect">
            <a:avLst/>
          </a:prstGeom>
          <a:noFill/>
        </p:spPr>
        <p:txBody>
          <a:bodyPr wrap="square">
            <a:spAutoFit/>
          </a:bodyPr>
          <a:lstStyle/>
          <a:p>
            <a:r>
              <a:rPr lang="en-US" altLang="zh-CN" sz="4000" b="1"/>
              <a:t>3. Getting to Know the Colab Interface</a:t>
            </a:r>
            <a:endParaRPr lang="zh-CN" altLang="en-US" sz="4000" b="1"/>
          </a:p>
        </p:txBody>
      </p:sp>
      <p:pic>
        <p:nvPicPr>
          <p:cNvPr id="3" name="图片 2">
            <a:extLst>
              <a:ext uri="{FF2B5EF4-FFF2-40B4-BE49-F238E27FC236}">
                <a16:creationId xmlns:a16="http://schemas.microsoft.com/office/drawing/2014/main" id="{166F6C85-7A0C-E8E4-98DC-10CE39731212}"/>
              </a:ext>
            </a:extLst>
          </p:cNvPr>
          <p:cNvPicPr>
            <a:picLocks noChangeAspect="1"/>
          </p:cNvPicPr>
          <p:nvPr/>
        </p:nvPicPr>
        <p:blipFill>
          <a:blip r:embed="rId3"/>
          <a:stretch>
            <a:fillRect/>
          </a:stretch>
        </p:blipFill>
        <p:spPr>
          <a:xfrm>
            <a:off x="5323274" y="2497701"/>
            <a:ext cx="4409353" cy="518341"/>
          </a:xfrm>
          <a:prstGeom prst="rect">
            <a:avLst/>
          </a:prstGeom>
        </p:spPr>
      </p:pic>
    </p:spTree>
    <p:extLst>
      <p:ext uri="{BB962C8B-B14F-4D97-AF65-F5344CB8AC3E}">
        <p14:creationId xmlns:p14="http://schemas.microsoft.com/office/powerpoint/2010/main" val="7330964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9042B-8C05-90E8-8F02-D92701506E6C}"/>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61C23935-1908-9473-F023-ABCAACF20C25}"/>
              </a:ext>
            </a:extLst>
          </p:cNvPr>
          <p:cNvSpPr txBox="1"/>
          <p:nvPr/>
        </p:nvSpPr>
        <p:spPr>
          <a:xfrm>
            <a:off x="924405" y="831057"/>
            <a:ext cx="5171595" cy="707886"/>
          </a:xfrm>
          <a:prstGeom prst="rect">
            <a:avLst/>
          </a:prstGeom>
          <a:noFill/>
        </p:spPr>
        <p:txBody>
          <a:bodyPr wrap="square">
            <a:spAutoFit/>
          </a:bodyPr>
          <a:lstStyle/>
          <a:p>
            <a:r>
              <a:rPr lang="en-US" altLang="zh-CN" sz="4000" b="1">
                <a:effectLst/>
                <a:latin typeface="Calibri" panose="020F0502020204030204" pitchFamily="34" charset="0"/>
                <a:ea typeface="Calibri" panose="020F0502020204030204" pitchFamily="34" charset="0"/>
                <a:cs typeface="Calibri" panose="020F0502020204030204" pitchFamily="34" charset="0"/>
              </a:rPr>
              <a:t>4. Cells:</a:t>
            </a:r>
            <a:endParaRPr lang="zh-CN" altLang="en-US" sz="4000"/>
          </a:p>
        </p:txBody>
      </p:sp>
      <p:sp>
        <p:nvSpPr>
          <p:cNvPr id="8" name="文本框 7">
            <a:extLst>
              <a:ext uri="{FF2B5EF4-FFF2-40B4-BE49-F238E27FC236}">
                <a16:creationId xmlns:a16="http://schemas.microsoft.com/office/drawing/2014/main" id="{1648D54F-FD79-955A-39F6-3B232104B68C}"/>
              </a:ext>
            </a:extLst>
          </p:cNvPr>
          <p:cNvSpPr txBox="1"/>
          <p:nvPr/>
        </p:nvSpPr>
        <p:spPr>
          <a:xfrm>
            <a:off x="1092200" y="4642215"/>
            <a:ext cx="10878472" cy="2031325"/>
          </a:xfrm>
          <a:prstGeom prst="rect">
            <a:avLst/>
          </a:prstGeom>
          <a:noFill/>
        </p:spPr>
        <p:txBody>
          <a:bodyPr wrap="square">
            <a:spAutoFit/>
          </a:bodyPr>
          <a:lstStyle/>
          <a:p>
            <a:pPr algn="just">
              <a:spcAft>
                <a:spcPts val="1200"/>
              </a:spcAft>
              <a:buClr>
                <a:schemeClr val="accent1">
                  <a:lumMod val="50000"/>
                </a:schemeClr>
              </a:buClr>
            </a:pPr>
            <a:r>
              <a:rPr lang="en-US" altLang="zh-CN" sz="2400" b="1">
                <a:latin typeface="Calibri" panose="020F0502020204030204" pitchFamily="34" charset="0"/>
                <a:ea typeface="Calibri" panose="020F0502020204030204" pitchFamily="34" charset="0"/>
                <a:cs typeface="Calibri" panose="020F0502020204030204" pitchFamily="34" charset="0"/>
              </a:rPr>
              <a:t>+ Code / + Text buttons: Add new cells.</a:t>
            </a:r>
            <a:endParaRPr lang="en-US" altLang="zh-CN" sz="2400">
              <a:effectLst/>
              <a:latin typeface="Calibri" panose="020F0502020204030204" pitchFamily="34" charset="0"/>
              <a:ea typeface="Calibri" panose="020F0502020204030204" pitchFamily="34" charset="0"/>
              <a:cs typeface="Calibri" panose="020F0502020204030204" pitchFamily="34" charset="0"/>
            </a:endParaRPr>
          </a:p>
          <a:p>
            <a:pPr algn="just">
              <a:spcAft>
                <a:spcPts val="1200"/>
              </a:spcAft>
              <a:buClr>
                <a:schemeClr val="accent1">
                  <a:lumMod val="50000"/>
                </a:schemeClr>
              </a:buClr>
            </a:pPr>
            <a:r>
              <a:rPr lang="en-US" altLang="zh-CN" sz="2400">
                <a:effectLst/>
                <a:latin typeface="Calibri" panose="020F0502020204030204" pitchFamily="34" charset="0"/>
                <a:ea typeface="Calibri" panose="020F0502020204030204" pitchFamily="34" charset="0"/>
                <a:cs typeface="Calibri" panose="020F0502020204030204" pitchFamily="34" charset="0"/>
              </a:rPr>
              <a:t>A colab notebook consists of two kinds of cells:</a:t>
            </a:r>
          </a:p>
          <a:p>
            <a:pPr algn="just">
              <a:spcAft>
                <a:spcPts val="1200"/>
              </a:spcAft>
              <a:buClr>
                <a:schemeClr val="accent1">
                  <a:lumMod val="50000"/>
                </a:schemeClr>
              </a:buClr>
            </a:pPr>
            <a:r>
              <a:rPr lang="en-US" altLang="zh-CN" sz="2400" b="1">
                <a:effectLst/>
                <a:latin typeface="Calibri" panose="020F0502020204030204" pitchFamily="34" charset="0"/>
                <a:ea typeface="Calibri" panose="020F0502020204030204" pitchFamily="34" charset="0"/>
                <a:cs typeface="Calibri" panose="020F0502020204030204" pitchFamily="34" charset="0"/>
              </a:rPr>
              <a:t>Code Cells: </a:t>
            </a:r>
            <a:r>
              <a:rPr lang="en-US" altLang="zh-CN" sz="2400">
                <a:effectLst/>
                <a:latin typeface="Calibri" panose="020F0502020204030204" pitchFamily="34" charset="0"/>
                <a:ea typeface="Calibri" panose="020F0502020204030204" pitchFamily="34" charset="0"/>
                <a:cs typeface="Calibri" panose="020F0502020204030204" pitchFamily="34" charset="0"/>
              </a:rPr>
              <a:t>Contain executable Python code. Click the ▶️ button on the left to run.</a:t>
            </a:r>
          </a:p>
          <a:p>
            <a:pPr algn="just">
              <a:spcAft>
                <a:spcPts val="1200"/>
              </a:spcAft>
              <a:buClr>
                <a:schemeClr val="accent1">
                  <a:lumMod val="50000"/>
                </a:schemeClr>
              </a:buClr>
            </a:pPr>
            <a:r>
              <a:rPr lang="en-US" altLang="zh-CN" sz="2400" b="1">
                <a:effectLst/>
                <a:latin typeface="Calibri" panose="020F0502020204030204" pitchFamily="34" charset="0"/>
                <a:ea typeface="Calibri" panose="020F0502020204030204" pitchFamily="34" charset="0"/>
                <a:cs typeface="Calibri" panose="020F0502020204030204" pitchFamily="34" charset="0"/>
              </a:rPr>
              <a:t>Text Cells: </a:t>
            </a:r>
            <a:r>
              <a:rPr lang="en-US" altLang="zh-CN" sz="2400">
                <a:effectLst/>
                <a:latin typeface="Calibri" panose="020F0502020204030204" pitchFamily="34" charset="0"/>
                <a:ea typeface="Calibri" panose="020F0502020204030204" pitchFamily="34" charset="0"/>
                <a:cs typeface="Calibri" panose="020F0502020204030204" pitchFamily="34" charset="0"/>
              </a:rPr>
              <a:t>For writing explanations using Markdown.</a:t>
            </a:r>
          </a:p>
        </p:txBody>
      </p:sp>
      <p:pic>
        <p:nvPicPr>
          <p:cNvPr id="2" name="图片 1">
            <a:extLst>
              <a:ext uri="{FF2B5EF4-FFF2-40B4-BE49-F238E27FC236}">
                <a16:creationId xmlns:a16="http://schemas.microsoft.com/office/drawing/2014/main" id="{342F0376-CD9A-87AC-4A32-9542141260D9}"/>
              </a:ext>
            </a:extLst>
          </p:cNvPr>
          <p:cNvPicPr>
            <a:picLocks noChangeAspect="1"/>
          </p:cNvPicPr>
          <p:nvPr/>
        </p:nvPicPr>
        <p:blipFill>
          <a:blip r:embed="rId3"/>
          <a:stretch>
            <a:fillRect/>
          </a:stretch>
        </p:blipFill>
        <p:spPr>
          <a:xfrm>
            <a:off x="1821305" y="1030943"/>
            <a:ext cx="7519848" cy="3342526"/>
          </a:xfrm>
          <a:prstGeom prst="rect">
            <a:avLst/>
          </a:prstGeom>
        </p:spPr>
      </p:pic>
      <p:pic>
        <p:nvPicPr>
          <p:cNvPr id="4" name="图片 3">
            <a:extLst>
              <a:ext uri="{FF2B5EF4-FFF2-40B4-BE49-F238E27FC236}">
                <a16:creationId xmlns:a16="http://schemas.microsoft.com/office/drawing/2014/main" id="{A3418F64-276E-B91D-3606-ADBA87D6122C}"/>
              </a:ext>
            </a:extLst>
          </p:cNvPr>
          <p:cNvPicPr>
            <a:picLocks noChangeAspect="1"/>
          </p:cNvPicPr>
          <p:nvPr/>
        </p:nvPicPr>
        <p:blipFill>
          <a:blip r:embed="rId4"/>
          <a:stretch>
            <a:fillRect/>
          </a:stretch>
        </p:blipFill>
        <p:spPr>
          <a:xfrm>
            <a:off x="8316214" y="4166010"/>
            <a:ext cx="2567207" cy="1471241"/>
          </a:xfrm>
          <a:prstGeom prst="rect">
            <a:avLst/>
          </a:prstGeom>
        </p:spPr>
      </p:pic>
    </p:spTree>
    <p:extLst>
      <p:ext uri="{BB962C8B-B14F-4D97-AF65-F5344CB8AC3E}">
        <p14:creationId xmlns:p14="http://schemas.microsoft.com/office/powerpoint/2010/main" val="31466008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02A61-10A9-BFD1-2D5C-8D805B08EB73}"/>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788DF354-5BFF-5077-33F4-2ECE6042F127}"/>
              </a:ext>
            </a:extLst>
          </p:cNvPr>
          <p:cNvSpPr txBox="1"/>
          <p:nvPr/>
        </p:nvSpPr>
        <p:spPr>
          <a:xfrm>
            <a:off x="924405" y="831057"/>
            <a:ext cx="5171595" cy="707886"/>
          </a:xfrm>
          <a:prstGeom prst="rect">
            <a:avLst/>
          </a:prstGeom>
          <a:noFill/>
        </p:spPr>
        <p:txBody>
          <a:bodyPr wrap="square">
            <a:spAutoFit/>
          </a:bodyPr>
          <a:lstStyle/>
          <a:p>
            <a:r>
              <a:rPr lang="en-US" altLang="zh-CN" sz="4000" b="1">
                <a:latin typeface="Calibri" panose="020F0502020204030204" pitchFamily="34" charset="0"/>
                <a:ea typeface="Calibri" panose="020F0502020204030204" pitchFamily="34" charset="0"/>
                <a:cs typeface="Calibri" panose="020F0502020204030204" pitchFamily="34" charset="0"/>
              </a:rPr>
              <a:t>4. Cells:</a:t>
            </a:r>
            <a:endParaRPr lang="zh-CN" altLang="en-US" sz="4000"/>
          </a:p>
        </p:txBody>
      </p:sp>
      <p:sp>
        <p:nvSpPr>
          <p:cNvPr id="8" name="文本框 7">
            <a:extLst>
              <a:ext uri="{FF2B5EF4-FFF2-40B4-BE49-F238E27FC236}">
                <a16:creationId xmlns:a16="http://schemas.microsoft.com/office/drawing/2014/main" id="{E3FB347B-316E-1E2A-2853-0C0A5786A53C}"/>
              </a:ext>
            </a:extLst>
          </p:cNvPr>
          <p:cNvSpPr txBox="1"/>
          <p:nvPr/>
        </p:nvSpPr>
        <p:spPr>
          <a:xfrm>
            <a:off x="656764" y="5069781"/>
            <a:ext cx="10878472" cy="1538883"/>
          </a:xfrm>
          <a:prstGeom prst="rect">
            <a:avLst/>
          </a:prstGeom>
          <a:noFill/>
        </p:spPr>
        <p:txBody>
          <a:bodyPr wrap="square">
            <a:spAutoFit/>
          </a:bodyPr>
          <a:lstStyle/>
          <a:p>
            <a:pPr marL="457200" indent="-457200" algn="just">
              <a:spcAft>
                <a:spcPts val="1200"/>
              </a:spcAft>
              <a:buClr>
                <a:schemeClr val="accent1">
                  <a:lumMod val="50000"/>
                </a:schemeClr>
              </a:buClr>
              <a:buFont typeface="Wingdings" panose="05000000000000000000" pitchFamily="2" charset="2"/>
              <a:buChar char="n"/>
            </a:pPr>
            <a:r>
              <a:rPr lang="en-US" altLang="zh-CN" sz="2800">
                <a:effectLst/>
                <a:latin typeface="Calibri" panose="020F0502020204030204" pitchFamily="34" charset="0"/>
                <a:ea typeface="Calibri" panose="020F0502020204030204" pitchFamily="34" charset="0"/>
                <a:cs typeface="Calibri" panose="020F0502020204030204" pitchFamily="34" charset="0"/>
              </a:rPr>
              <a:t>Double-click a Markdown cell to edit its content. </a:t>
            </a:r>
          </a:p>
          <a:p>
            <a:pPr marL="457200" indent="-457200" algn="just">
              <a:spcAft>
                <a:spcPts val="1200"/>
              </a:spcAft>
              <a:buClr>
                <a:schemeClr val="accent1">
                  <a:lumMod val="50000"/>
                </a:schemeClr>
              </a:buClr>
              <a:buFont typeface="Wingdings" panose="05000000000000000000" pitchFamily="2" charset="2"/>
              <a:buChar char="n"/>
            </a:pPr>
            <a:r>
              <a:rPr lang="en-US" altLang="zh-CN" sz="2800">
                <a:effectLst/>
                <a:latin typeface="Calibri" panose="020F0502020204030204" pitchFamily="34" charset="0"/>
                <a:ea typeface="Calibri" panose="020F0502020204030204" pitchFamily="34" charset="0"/>
                <a:cs typeface="Calibri" panose="020F0502020204030204" pitchFamily="34" charset="0"/>
              </a:rPr>
              <a:t>When you’re done editing, press Shift + Enter to render the content, or simply click outside the cell (for Colab notebooks only). </a:t>
            </a:r>
          </a:p>
        </p:txBody>
      </p:sp>
      <p:pic>
        <p:nvPicPr>
          <p:cNvPr id="3" name="图片 2">
            <a:extLst>
              <a:ext uri="{FF2B5EF4-FFF2-40B4-BE49-F238E27FC236}">
                <a16:creationId xmlns:a16="http://schemas.microsoft.com/office/drawing/2014/main" id="{39B93B0C-64A8-5626-D415-C394EB5F9563}"/>
              </a:ext>
            </a:extLst>
          </p:cNvPr>
          <p:cNvPicPr>
            <a:picLocks noChangeAspect="1"/>
          </p:cNvPicPr>
          <p:nvPr/>
        </p:nvPicPr>
        <p:blipFill>
          <a:blip r:embed="rId3"/>
          <a:stretch>
            <a:fillRect/>
          </a:stretch>
        </p:blipFill>
        <p:spPr>
          <a:xfrm>
            <a:off x="1281672" y="2059215"/>
            <a:ext cx="9628656" cy="2739571"/>
          </a:xfrm>
          <a:prstGeom prst="rect">
            <a:avLst/>
          </a:prstGeom>
        </p:spPr>
      </p:pic>
    </p:spTree>
    <p:extLst>
      <p:ext uri="{BB962C8B-B14F-4D97-AF65-F5344CB8AC3E}">
        <p14:creationId xmlns:p14="http://schemas.microsoft.com/office/powerpoint/2010/main" val="37510707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E5D99-76BB-1616-2CAB-B9BF485151A0}"/>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1A28406F-6352-9520-C01A-E69614361EBE}"/>
              </a:ext>
            </a:extLst>
          </p:cNvPr>
          <p:cNvSpPr txBox="1"/>
          <p:nvPr/>
        </p:nvSpPr>
        <p:spPr>
          <a:xfrm>
            <a:off x="1027114" y="1161257"/>
            <a:ext cx="10137772" cy="1692771"/>
          </a:xfrm>
          <a:prstGeom prst="rect">
            <a:avLst/>
          </a:prstGeom>
          <a:noFill/>
        </p:spPr>
        <p:txBody>
          <a:bodyPr wrap="square">
            <a:spAutoFit/>
          </a:bodyPr>
          <a:lstStyle/>
          <a:p>
            <a:r>
              <a:rPr lang="en-US" altLang="zh-CN" sz="4000" b="1">
                <a:effectLst/>
                <a:latin typeface="Calibri" panose="020F0502020204030204" pitchFamily="34" charset="0"/>
                <a:ea typeface="Calibri" panose="020F0502020204030204" pitchFamily="34" charset="0"/>
                <a:cs typeface="Calibri" panose="020F0502020204030204" pitchFamily="34" charset="0"/>
              </a:rPr>
              <a:t>5. Running Your First Python Code</a:t>
            </a:r>
          </a:p>
          <a:p>
            <a:endParaRPr lang="en-US" altLang="zh-CN" sz="4000" b="1">
              <a:latin typeface="Calibri" panose="020F0502020204030204" pitchFamily="34" charset="0"/>
              <a:ea typeface="Calibri" panose="020F0502020204030204" pitchFamily="34" charset="0"/>
              <a:cs typeface="Calibri" panose="020F0502020204030204" pitchFamily="34" charset="0"/>
            </a:endParaRPr>
          </a:p>
          <a:p>
            <a:endParaRPr lang="en-US" altLang="zh-CN" sz="2400">
              <a:effectLst/>
              <a:latin typeface="Calibri" panose="020F0502020204030204" pitchFamily="34" charset="0"/>
              <a:ea typeface="Calibri" panose="020F0502020204030204" pitchFamily="34" charset="0"/>
              <a:cs typeface="Calibri" panose="020F0502020204030204" pitchFamily="34" charset="0"/>
            </a:endParaRPr>
          </a:p>
        </p:txBody>
      </p:sp>
      <p:sp>
        <p:nvSpPr>
          <p:cNvPr id="5" name="Rectangle 1">
            <a:extLst>
              <a:ext uri="{FF2B5EF4-FFF2-40B4-BE49-F238E27FC236}">
                <a16:creationId xmlns:a16="http://schemas.microsoft.com/office/drawing/2014/main" id="{D51CC64E-3133-1CF5-6E34-4AF536DDEFE5}"/>
              </a:ext>
            </a:extLst>
          </p:cNvPr>
          <p:cNvSpPr>
            <a:spLocks noChangeArrowheads="1"/>
          </p:cNvSpPr>
          <p:nvPr/>
        </p:nvSpPr>
        <p:spPr bwMode="auto">
          <a:xfrm>
            <a:off x="1092200" y="1842039"/>
            <a:ext cx="9318044" cy="47859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ts val="1800"/>
              </a:spcAft>
              <a:buClr>
                <a:schemeClr val="accent1">
                  <a:lumMod val="50000"/>
                </a:schemeClr>
              </a:buClr>
              <a:buSzTx/>
              <a:tabLst/>
            </a:pPr>
            <a:r>
              <a:rPr kumimoji="0" lang="en-US" altLang="zh-CN" sz="2000" b="1" i="0" u="none" strike="noStrike" cap="none" normalizeH="0" baseline="0">
                <a:ln>
                  <a:noFill/>
                </a:ln>
                <a:solidFill>
                  <a:schemeClr val="accent1">
                    <a:lumMod val="50000"/>
                  </a:schemeClr>
                </a:solidFill>
                <a:effectLst/>
                <a:latin typeface="Arial" panose="020B0604020202020204" pitchFamily="34" charset="0"/>
              </a:rPr>
              <a:t>Step 1: </a:t>
            </a:r>
            <a:r>
              <a:rPr kumimoji="0" lang="en-US" altLang="zh-CN" sz="2000" b="0" i="0" u="none" strike="noStrike" cap="none" normalizeH="0" baseline="0">
                <a:ln>
                  <a:noFill/>
                </a:ln>
                <a:solidFill>
                  <a:schemeClr val="tx1"/>
                </a:solidFill>
                <a:effectLst/>
                <a:latin typeface="Arial" panose="020B0604020202020204" pitchFamily="34" charset="0"/>
              </a:rPr>
              <a:t>In an empty </a:t>
            </a:r>
            <a:r>
              <a:rPr kumimoji="0" lang="en-US" altLang="zh-CN" sz="2000" b="1" i="0" u="none" strike="noStrike" cap="none" normalizeH="0" baseline="0">
                <a:ln>
                  <a:noFill/>
                </a:ln>
                <a:solidFill>
                  <a:schemeClr val="tx1"/>
                </a:solidFill>
                <a:effectLst/>
                <a:latin typeface="Arial" panose="020B0604020202020204" pitchFamily="34" charset="0"/>
              </a:rPr>
              <a:t>code cell</a:t>
            </a:r>
            <a:r>
              <a:rPr kumimoji="0" lang="en-US" altLang="zh-CN" sz="2000" b="0" i="0" u="none" strike="noStrike" cap="none" normalizeH="0" baseline="0">
                <a:ln>
                  <a:noFill/>
                </a:ln>
                <a:solidFill>
                  <a:schemeClr val="tx1"/>
                </a:solidFill>
                <a:effectLst/>
                <a:latin typeface="Arial" panose="020B0604020202020204" pitchFamily="34" charset="0"/>
              </a:rPr>
              <a:t>, type:</a:t>
            </a:r>
          </a:p>
          <a:p>
            <a:pPr marR="0" lvl="0" algn="l" defTabSz="914400" rtl="0" eaLnBrk="0" fontAlgn="base" latinLnBrk="0" hangingPunct="0">
              <a:lnSpc>
                <a:spcPct val="100000"/>
              </a:lnSpc>
              <a:spcBef>
                <a:spcPct val="0"/>
              </a:spcBef>
              <a:spcAft>
                <a:spcPts val="1800"/>
              </a:spcAft>
              <a:buClr>
                <a:schemeClr val="accent1">
                  <a:lumMod val="50000"/>
                </a:schemeClr>
              </a:buClr>
              <a:buSzTx/>
              <a:tabLst/>
            </a:pPr>
            <a:r>
              <a:rPr kumimoji="0" lang="en-US" altLang="zh-CN" sz="2000" b="0" i="0" u="none" strike="noStrike" cap="none" normalizeH="0" baseline="0">
                <a:ln>
                  <a:noFill/>
                </a:ln>
                <a:solidFill>
                  <a:schemeClr val="accent2"/>
                </a:solidFill>
                <a:effectLst/>
                <a:latin typeface="MS Reference Sans Serif" panose="020B0604030504040204" pitchFamily="34" charset="0"/>
              </a:rPr>
              <a:t>  print</a:t>
            </a:r>
            <a:r>
              <a:rPr kumimoji="0" lang="en-US" altLang="zh-CN" sz="2000" b="0" i="0" u="none" strike="noStrike" cap="none" normalizeH="0" baseline="0">
                <a:ln>
                  <a:noFill/>
                </a:ln>
                <a:solidFill>
                  <a:schemeClr val="tx1"/>
                </a:solidFill>
                <a:effectLst/>
                <a:latin typeface="MS Reference Sans Serif" panose="020B0604030504040204" pitchFamily="34" charset="0"/>
              </a:rPr>
              <a:t>("</a:t>
            </a:r>
            <a:r>
              <a:rPr kumimoji="0" lang="en-US" altLang="zh-CN" sz="2000" b="0" i="0" u="none" strike="noStrike" cap="none" normalizeH="0" baseline="0">
                <a:ln>
                  <a:noFill/>
                </a:ln>
                <a:solidFill>
                  <a:schemeClr val="accent5">
                    <a:lumMod val="75000"/>
                  </a:schemeClr>
                </a:solidFill>
                <a:effectLst/>
                <a:latin typeface="MS Reference Sans Serif" panose="020B0604030504040204" pitchFamily="34" charset="0"/>
              </a:rPr>
              <a:t>Hello, Colab!“</a:t>
            </a:r>
            <a:r>
              <a:rPr kumimoji="0" lang="en-US" altLang="zh-CN" sz="2000" b="0" i="0" u="none" strike="noStrike" cap="none" normalizeH="0" baseline="0">
                <a:ln>
                  <a:noFill/>
                </a:ln>
                <a:effectLst/>
                <a:latin typeface="MS Reference Sans Serif" panose="020B0604030504040204" pitchFamily="34" charset="0"/>
              </a:rPr>
              <a:t>)</a:t>
            </a:r>
          </a:p>
          <a:p>
            <a:pPr marR="0" lvl="0" algn="l" defTabSz="914400" rtl="0" eaLnBrk="0" fontAlgn="base" latinLnBrk="0" hangingPunct="0">
              <a:lnSpc>
                <a:spcPct val="100000"/>
              </a:lnSpc>
              <a:spcBef>
                <a:spcPct val="0"/>
              </a:spcBef>
              <a:spcAft>
                <a:spcPts val="1800"/>
              </a:spcAft>
              <a:buClr>
                <a:schemeClr val="accent1">
                  <a:lumMod val="50000"/>
                </a:schemeClr>
              </a:buClr>
              <a:buSzTx/>
              <a:tabLst/>
            </a:pPr>
            <a:r>
              <a:rPr kumimoji="0" lang="en-US" altLang="zh-CN" sz="2000" b="1" i="0" u="none" strike="noStrike" cap="none" normalizeH="0" baseline="0">
                <a:ln>
                  <a:noFill/>
                </a:ln>
                <a:solidFill>
                  <a:schemeClr val="accent1">
                    <a:lumMod val="50000"/>
                  </a:schemeClr>
                </a:solidFill>
                <a:effectLst/>
                <a:latin typeface="Arial" panose="020B0604020202020204" pitchFamily="34" charset="0"/>
              </a:rPr>
              <a:t>Step 2: </a:t>
            </a:r>
            <a:r>
              <a:rPr kumimoji="0" lang="zh-CN" altLang="zh-CN" sz="2000" b="0" i="0" u="none" strike="noStrike" cap="none" normalizeH="0" baseline="0">
                <a:ln>
                  <a:noFill/>
                </a:ln>
                <a:solidFill>
                  <a:schemeClr val="tx1"/>
                </a:solidFill>
                <a:effectLst/>
                <a:latin typeface="Arial" panose="020B0604020202020204" pitchFamily="34" charset="0"/>
              </a:rPr>
              <a:t>Click the </a:t>
            </a:r>
            <a:r>
              <a:rPr kumimoji="0" lang="zh-CN" altLang="zh-CN" sz="2000" b="1" i="0" u="none" strike="noStrike" cap="none" normalizeH="0" baseline="0">
                <a:ln>
                  <a:noFill/>
                </a:ln>
                <a:solidFill>
                  <a:schemeClr val="tx1"/>
                </a:solidFill>
                <a:effectLst/>
                <a:latin typeface="Arial" panose="020B0604020202020204" pitchFamily="34" charset="0"/>
              </a:rPr>
              <a:t>▶️ Run</a:t>
            </a:r>
            <a:r>
              <a:rPr kumimoji="0" lang="zh-CN" altLang="zh-CN" sz="2000" b="0" i="0" u="none" strike="noStrike" cap="none" normalizeH="0" baseline="0">
                <a:ln>
                  <a:noFill/>
                </a:ln>
                <a:solidFill>
                  <a:schemeClr val="tx1"/>
                </a:solidFill>
                <a:effectLst/>
                <a:latin typeface="Arial" panose="020B0604020202020204" pitchFamily="34" charset="0"/>
              </a:rPr>
              <a:t> button on the left.</a:t>
            </a:r>
          </a:p>
          <a:p>
            <a:pPr lvl="0" defTabSz="914400" eaLnBrk="0" fontAlgn="base" hangingPunct="0">
              <a:spcBef>
                <a:spcPct val="0"/>
              </a:spcBef>
              <a:spcAft>
                <a:spcPts val="1800"/>
              </a:spcAft>
              <a:buClr>
                <a:schemeClr val="accent1">
                  <a:lumMod val="50000"/>
                </a:schemeClr>
              </a:buClr>
            </a:pPr>
            <a:r>
              <a:rPr lang="en-US" altLang="zh-CN" sz="2000">
                <a:latin typeface="Arial" panose="020B0604020202020204" pitchFamily="34" charset="0"/>
              </a:rPr>
              <a:t>   or use the keyboard shortcut "Command/Ctrl+Enter". </a:t>
            </a:r>
          </a:p>
          <a:p>
            <a:pPr lvl="0" defTabSz="914400" eaLnBrk="0" fontAlgn="base" hangingPunct="0">
              <a:spcBef>
                <a:spcPct val="0"/>
              </a:spcBef>
              <a:spcAft>
                <a:spcPts val="1800"/>
              </a:spcAft>
              <a:buClr>
                <a:schemeClr val="accent1">
                  <a:lumMod val="50000"/>
                </a:schemeClr>
              </a:buClr>
            </a:pPr>
            <a:r>
              <a:rPr lang="en-US" altLang="zh-CN" sz="2000" b="1">
                <a:solidFill>
                  <a:schemeClr val="accent1">
                    <a:lumMod val="50000"/>
                  </a:schemeClr>
                </a:solidFill>
                <a:latin typeface="Arial" panose="020B0604020202020204" pitchFamily="34" charset="0"/>
              </a:rPr>
              <a:t>Step 3: </a:t>
            </a:r>
            <a:r>
              <a:rPr kumimoji="0" lang="zh-CN" altLang="zh-CN" sz="2000" b="0" i="0" u="none" strike="noStrike" cap="none" normalizeH="0" baseline="0">
                <a:ln>
                  <a:noFill/>
                </a:ln>
                <a:solidFill>
                  <a:schemeClr val="tx1"/>
                </a:solidFill>
                <a:effectLst/>
                <a:latin typeface="Arial" panose="020B0604020202020204" pitchFamily="34" charset="0"/>
              </a:rPr>
              <a:t>Once execution finishes, you should see the output</a:t>
            </a:r>
            <a:endParaRPr kumimoji="0" lang="en-US" altLang="zh-CN" sz="2000" b="0" i="0" u="none" strike="noStrike" cap="none" normalizeH="0" baseline="0">
              <a:ln>
                <a:noFill/>
              </a:ln>
              <a:solidFill>
                <a:schemeClr val="tx1"/>
              </a:solidFill>
              <a:effectLst/>
              <a:latin typeface="Arial" panose="020B0604020202020204" pitchFamily="34" charset="0"/>
            </a:endParaRPr>
          </a:p>
          <a:p>
            <a:pPr lvl="0" defTabSz="914400" eaLnBrk="0" fontAlgn="base" hangingPunct="0">
              <a:spcBef>
                <a:spcPct val="0"/>
              </a:spcBef>
              <a:spcAft>
                <a:spcPts val="1800"/>
              </a:spcAft>
              <a:buClr>
                <a:schemeClr val="accent1">
                  <a:lumMod val="50000"/>
                </a:schemeClr>
              </a:buClr>
            </a:pPr>
            <a:r>
              <a:rPr lang="en-US" altLang="zh-CN" sz="2000">
                <a:latin typeface="MS Reference Sans Serif" panose="020B0604030504040204" pitchFamily="34" charset="0"/>
              </a:rPr>
              <a:t>   Hello, Colab!</a:t>
            </a:r>
            <a:endParaRPr kumimoji="0" lang="en-US" altLang="zh-CN" sz="2000" b="0" i="0" u="none" strike="noStrike" cap="none" normalizeH="0" baseline="0">
              <a:ln>
                <a:noFill/>
              </a:ln>
              <a:solidFill>
                <a:schemeClr val="tx1"/>
              </a:solidFill>
              <a:effectLst/>
              <a:latin typeface="MS Reference Sans Serif" panose="020B0604030504040204" pitchFamily="34" charset="0"/>
            </a:endParaRPr>
          </a:p>
          <a:p>
            <a:pPr lvl="0" defTabSz="914400" eaLnBrk="0" fontAlgn="base" hangingPunct="0">
              <a:spcBef>
                <a:spcPct val="0"/>
              </a:spcBef>
              <a:spcAft>
                <a:spcPts val="1800"/>
              </a:spcAft>
              <a:buClr>
                <a:schemeClr val="accent1">
                  <a:lumMod val="50000"/>
                </a:schemeClr>
              </a:buClr>
            </a:pPr>
            <a:r>
              <a:rPr lang="en-US" altLang="zh-CN" sz="2000">
                <a:latin typeface="Arial" panose="020B0604020202020204" pitchFamily="34" charset="0"/>
              </a:rPr>
              <a:t>displayed directly below the cell — this means you’ve run your first Python program successfully.</a:t>
            </a:r>
          </a:p>
          <a:p>
            <a:pPr lvl="0" defTabSz="914400" eaLnBrk="0" fontAlgn="base" hangingPunct="0">
              <a:spcBef>
                <a:spcPct val="0"/>
              </a:spcBef>
              <a:spcAft>
                <a:spcPts val="1800"/>
              </a:spcAft>
              <a:buClr>
                <a:schemeClr val="accent1">
                  <a:lumMod val="50000"/>
                </a:schemeClr>
              </a:buClr>
            </a:pPr>
            <a:r>
              <a:rPr lang="zh-CN" altLang="en-US" sz="2000">
                <a:latin typeface="Arial" panose="020B0604020202020204" pitchFamily="34" charset="0"/>
              </a:rPr>
              <a:t>💡 </a:t>
            </a:r>
            <a:r>
              <a:rPr lang="en-US" altLang="zh-CN" sz="2000" i="1">
                <a:latin typeface="Arial" panose="020B0604020202020204" pitchFamily="34" charset="0"/>
              </a:rPr>
              <a:t>Tip</a:t>
            </a:r>
            <a:r>
              <a:rPr lang="en-US" altLang="zh-CN" sz="2000">
                <a:latin typeface="Arial" panose="020B0604020202020204" pitchFamily="34" charset="0"/>
              </a:rPr>
              <a:t>: Every cell in Colab is independent. You can run them in any order, but variables and imports only exist in the current runtime session.</a:t>
            </a:r>
          </a:p>
        </p:txBody>
      </p:sp>
      <p:grpSp>
        <p:nvGrpSpPr>
          <p:cNvPr id="6" name="组合 5">
            <a:extLst>
              <a:ext uri="{FF2B5EF4-FFF2-40B4-BE49-F238E27FC236}">
                <a16:creationId xmlns:a16="http://schemas.microsoft.com/office/drawing/2014/main" id="{2074B383-D4D0-70A2-924F-1086A45DCA80}"/>
              </a:ext>
            </a:extLst>
          </p:cNvPr>
          <p:cNvGrpSpPr/>
          <p:nvPr/>
        </p:nvGrpSpPr>
        <p:grpSpPr>
          <a:xfrm>
            <a:off x="6096000" y="1842039"/>
            <a:ext cx="5974000" cy="1380335"/>
            <a:chOff x="749583" y="726117"/>
            <a:chExt cx="10692834" cy="2470655"/>
          </a:xfrm>
        </p:grpSpPr>
        <p:pic>
          <p:nvPicPr>
            <p:cNvPr id="9" name="图片 8">
              <a:extLst>
                <a:ext uri="{FF2B5EF4-FFF2-40B4-BE49-F238E27FC236}">
                  <a16:creationId xmlns:a16="http://schemas.microsoft.com/office/drawing/2014/main" id="{1D6F3E4D-6852-C7CA-C4BE-36A046F0D971}"/>
                </a:ext>
              </a:extLst>
            </p:cNvPr>
            <p:cNvPicPr>
              <a:picLocks noChangeAspect="1"/>
            </p:cNvPicPr>
            <p:nvPr/>
          </p:nvPicPr>
          <p:blipFill>
            <a:blip r:embed="rId3"/>
            <a:stretch>
              <a:fillRect/>
            </a:stretch>
          </p:blipFill>
          <p:spPr>
            <a:xfrm>
              <a:off x="749583" y="1190172"/>
              <a:ext cx="10692834" cy="1157060"/>
            </a:xfrm>
            <a:prstGeom prst="rect">
              <a:avLst/>
            </a:prstGeom>
          </p:spPr>
        </p:pic>
        <p:sp>
          <p:nvSpPr>
            <p:cNvPr id="10" name="矩形 9">
              <a:extLst>
                <a:ext uri="{FF2B5EF4-FFF2-40B4-BE49-F238E27FC236}">
                  <a16:creationId xmlns:a16="http://schemas.microsoft.com/office/drawing/2014/main" id="{35CA43C6-B9EC-A96E-0E81-F204FFFF2AB5}"/>
                </a:ext>
              </a:extLst>
            </p:cNvPr>
            <p:cNvSpPr/>
            <p:nvPr/>
          </p:nvSpPr>
          <p:spPr>
            <a:xfrm>
              <a:off x="838200" y="1901371"/>
              <a:ext cx="961571" cy="33382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kumimoji="1" lang="zh-CN" altLang="en-US"/>
            </a:p>
          </p:txBody>
        </p:sp>
        <p:cxnSp>
          <p:nvCxnSpPr>
            <p:cNvPr id="11" name="直线箭头连接符 7">
              <a:extLst>
                <a:ext uri="{FF2B5EF4-FFF2-40B4-BE49-F238E27FC236}">
                  <a16:creationId xmlns:a16="http://schemas.microsoft.com/office/drawing/2014/main" id="{E75A6AE9-4ED9-6229-ABA4-66BA0E14BD1B}"/>
                </a:ext>
              </a:extLst>
            </p:cNvPr>
            <p:cNvCxnSpPr/>
            <p:nvPr/>
          </p:nvCxnSpPr>
          <p:spPr>
            <a:xfrm>
              <a:off x="1320800" y="2347232"/>
              <a:ext cx="420914" cy="51571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文本框 8">
              <a:extLst>
                <a:ext uri="{FF2B5EF4-FFF2-40B4-BE49-F238E27FC236}">
                  <a16:creationId xmlns:a16="http://schemas.microsoft.com/office/drawing/2014/main" id="{35B76597-A872-0A0A-2837-A5D7D4CB10E3}"/>
                </a:ext>
              </a:extLst>
            </p:cNvPr>
            <p:cNvSpPr txBox="1"/>
            <p:nvPr/>
          </p:nvSpPr>
          <p:spPr>
            <a:xfrm>
              <a:off x="1799771" y="2827440"/>
              <a:ext cx="825867" cy="369332"/>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kumimoji="1" lang="en-US" altLang="zh-CN" dirty="0"/>
                <a:t>output</a:t>
              </a:r>
              <a:endParaRPr kumimoji="1" lang="zh-CN" altLang="en-US" dirty="0"/>
            </a:p>
          </p:txBody>
        </p:sp>
        <p:sp>
          <p:nvSpPr>
            <p:cNvPr id="13" name="矩形 12">
              <a:extLst>
                <a:ext uri="{FF2B5EF4-FFF2-40B4-BE49-F238E27FC236}">
                  <a16:creationId xmlns:a16="http://schemas.microsoft.com/office/drawing/2014/main" id="{F9F53101-F937-A418-6632-906A242E0A69}"/>
                </a:ext>
              </a:extLst>
            </p:cNvPr>
            <p:cNvSpPr/>
            <p:nvPr/>
          </p:nvSpPr>
          <p:spPr>
            <a:xfrm>
              <a:off x="838200" y="1287916"/>
              <a:ext cx="351971" cy="48078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kumimoji="1" lang="zh-CN" altLang="en-US"/>
            </a:p>
          </p:txBody>
        </p:sp>
        <p:cxnSp>
          <p:nvCxnSpPr>
            <p:cNvPr id="14" name="直线箭头连接符 11">
              <a:extLst>
                <a:ext uri="{FF2B5EF4-FFF2-40B4-BE49-F238E27FC236}">
                  <a16:creationId xmlns:a16="http://schemas.microsoft.com/office/drawing/2014/main" id="{091EC9BE-5B4D-3711-6E7A-0F8DF1B2D419}"/>
                </a:ext>
              </a:extLst>
            </p:cNvPr>
            <p:cNvCxnSpPr/>
            <p:nvPr/>
          </p:nvCxnSpPr>
          <p:spPr>
            <a:xfrm flipV="1">
              <a:off x="1045029" y="978353"/>
              <a:ext cx="754742" cy="25785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文本框 12">
              <a:extLst>
                <a:ext uri="{FF2B5EF4-FFF2-40B4-BE49-F238E27FC236}">
                  <a16:creationId xmlns:a16="http://schemas.microsoft.com/office/drawing/2014/main" id="{2809EFA1-294A-CF96-9F95-7945F22D4F11}"/>
                </a:ext>
              </a:extLst>
            </p:cNvPr>
            <p:cNvSpPr txBox="1"/>
            <p:nvPr/>
          </p:nvSpPr>
          <p:spPr>
            <a:xfrm>
              <a:off x="1799771" y="726117"/>
              <a:ext cx="1253869" cy="369332"/>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kumimoji="1" lang="en-US" altLang="zh-CN" dirty="0"/>
                <a:t>play button</a:t>
              </a:r>
              <a:endParaRPr kumimoji="1" lang="zh-CN" altLang="en-US" dirty="0"/>
            </a:p>
          </p:txBody>
        </p:sp>
      </p:grpSp>
    </p:spTree>
    <p:extLst>
      <p:ext uri="{BB962C8B-B14F-4D97-AF65-F5344CB8AC3E}">
        <p14:creationId xmlns:p14="http://schemas.microsoft.com/office/powerpoint/2010/main" val="31182510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97064-E79D-8E4B-C206-B9D93D0665C3}"/>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06F260C1-4121-5F08-9468-0C7002861C6D}"/>
              </a:ext>
            </a:extLst>
          </p:cNvPr>
          <p:cNvSpPr txBox="1"/>
          <p:nvPr/>
        </p:nvSpPr>
        <p:spPr>
          <a:xfrm>
            <a:off x="988467" y="1261599"/>
            <a:ext cx="10390733" cy="1323439"/>
          </a:xfrm>
          <a:prstGeom prst="rect">
            <a:avLst/>
          </a:prstGeom>
          <a:noFill/>
        </p:spPr>
        <p:txBody>
          <a:bodyPr wrap="square">
            <a:spAutoFit/>
          </a:bodyPr>
          <a:lstStyle/>
          <a:p>
            <a:r>
              <a:rPr lang="en-US" altLang="zh-CN" sz="4000" b="1">
                <a:latin typeface="Calibri" panose="020F0502020204030204" pitchFamily="34" charset="0"/>
                <a:ea typeface="Calibri" panose="020F0502020204030204" pitchFamily="34" charset="0"/>
                <a:cs typeface="Calibri" panose="020F0502020204030204" pitchFamily="34" charset="0"/>
              </a:rPr>
              <a:t>6</a:t>
            </a:r>
            <a:r>
              <a:rPr lang="en-US" altLang="zh-CN" sz="4000" b="1">
                <a:effectLst/>
                <a:latin typeface="Calibri" panose="020F0502020204030204" pitchFamily="34" charset="0"/>
                <a:ea typeface="Calibri" panose="020F0502020204030204" pitchFamily="34" charset="0"/>
                <a:cs typeface="Calibri" panose="020F0502020204030204" pitchFamily="34" charset="0"/>
              </a:rPr>
              <a:t>. </a:t>
            </a:r>
            <a:r>
              <a:rPr lang="zh-CN" altLang="zh-CN" sz="4000" b="1">
                <a:latin typeface="Arial" panose="020B0604020202020204" pitchFamily="34" charset="0"/>
              </a:rPr>
              <a:t>Saving, Sharing, and Exporting</a:t>
            </a:r>
            <a:endParaRPr lang="zh-CN" altLang="zh-CN" sz="4000">
              <a:latin typeface="Arial" panose="020B0604020202020204" pitchFamily="34" charset="0"/>
            </a:endParaRPr>
          </a:p>
          <a:p>
            <a:endParaRPr lang="en-US" altLang="zh-CN" sz="4000" b="1">
              <a:effectLst/>
              <a:latin typeface="Calibri" panose="020F0502020204030204" pitchFamily="34" charset="0"/>
              <a:ea typeface="Calibri" panose="020F0502020204030204" pitchFamily="34" charset="0"/>
              <a:cs typeface="Calibri" panose="020F0502020204030204" pitchFamily="34" charset="0"/>
            </a:endParaRPr>
          </a:p>
        </p:txBody>
      </p:sp>
      <p:pic>
        <p:nvPicPr>
          <p:cNvPr id="3" name="图片 2">
            <a:extLst>
              <a:ext uri="{FF2B5EF4-FFF2-40B4-BE49-F238E27FC236}">
                <a16:creationId xmlns:a16="http://schemas.microsoft.com/office/drawing/2014/main" id="{2EE4BA5D-A420-FDB3-577F-9ADF8F1B614F}"/>
              </a:ext>
            </a:extLst>
          </p:cNvPr>
          <p:cNvPicPr>
            <a:picLocks noChangeAspect="1"/>
          </p:cNvPicPr>
          <p:nvPr/>
        </p:nvPicPr>
        <p:blipFill>
          <a:blip r:embed="rId3"/>
          <a:stretch>
            <a:fillRect/>
          </a:stretch>
        </p:blipFill>
        <p:spPr>
          <a:xfrm>
            <a:off x="8462433" y="1956513"/>
            <a:ext cx="3254746" cy="4379113"/>
          </a:xfrm>
          <a:prstGeom prst="rect">
            <a:avLst/>
          </a:prstGeom>
        </p:spPr>
      </p:pic>
      <p:sp>
        <p:nvSpPr>
          <p:cNvPr id="2" name="Rectangle 1">
            <a:extLst>
              <a:ext uri="{FF2B5EF4-FFF2-40B4-BE49-F238E27FC236}">
                <a16:creationId xmlns:a16="http://schemas.microsoft.com/office/drawing/2014/main" id="{7550722F-DCD1-3D0B-228B-386ED13CBD07}"/>
              </a:ext>
            </a:extLst>
          </p:cNvPr>
          <p:cNvSpPr>
            <a:spLocks noChangeArrowheads="1"/>
          </p:cNvSpPr>
          <p:nvPr/>
        </p:nvSpPr>
        <p:spPr bwMode="auto">
          <a:xfrm>
            <a:off x="988467" y="2176937"/>
            <a:ext cx="8025601"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buClrTx/>
              <a:buSzTx/>
              <a:buFontTx/>
              <a:buNone/>
              <a:tabLst/>
            </a:pPr>
            <a:r>
              <a:rPr kumimoji="0" lang="zh-CN" altLang="zh-CN" sz="2000" b="1" i="0" u="none" strike="noStrike" cap="none" normalizeH="0" baseline="0">
                <a:ln>
                  <a:noFill/>
                </a:ln>
                <a:solidFill>
                  <a:schemeClr val="tx1"/>
                </a:solidFill>
                <a:effectLst/>
                <a:latin typeface="Arial" panose="020B0604020202020204" pitchFamily="34" charset="0"/>
              </a:rPr>
              <a:t>Auto-Save</a:t>
            </a:r>
            <a:r>
              <a:rPr kumimoji="0" lang="zh-CN" altLang="zh-CN" sz="2000" b="0" i="0" u="none" strike="noStrike" cap="none" normalizeH="0" baseline="0">
                <a:ln>
                  <a:noFill/>
                </a:ln>
                <a:solidFill>
                  <a:schemeClr val="tx1"/>
                </a:solidFill>
                <a:effectLst/>
                <a:latin typeface="Arial" panose="020B0604020202020204" pitchFamily="34" charset="0"/>
              </a:rPr>
              <a:t>: Colab automatically saves your notebook to Google Drive (file name shown in the top-left corner).</a:t>
            </a:r>
          </a:p>
          <a:p>
            <a:pPr marL="0" marR="0" lvl="0" indent="0" algn="l" defTabSz="914400" rtl="0" eaLnBrk="0" fontAlgn="base" latinLnBrk="0" hangingPunct="0">
              <a:lnSpc>
                <a:spcPct val="100000"/>
              </a:lnSpc>
              <a:spcBef>
                <a:spcPct val="0"/>
              </a:spcBef>
              <a:buClrTx/>
              <a:buSzTx/>
              <a:tabLst/>
            </a:pPr>
            <a:endParaRPr kumimoji="0" lang="en-US" altLang="zh-CN" sz="20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buClrTx/>
              <a:buSzTx/>
              <a:tabLst/>
            </a:pPr>
            <a:r>
              <a:rPr kumimoji="0" lang="zh-CN" altLang="zh-CN" sz="2000" b="1" i="0" u="none" strike="noStrike" cap="none" normalizeH="0" baseline="0">
                <a:ln>
                  <a:noFill/>
                </a:ln>
                <a:solidFill>
                  <a:schemeClr val="tx1"/>
                </a:solidFill>
                <a:effectLst/>
                <a:latin typeface="Arial" panose="020B0604020202020204" pitchFamily="34" charset="0"/>
              </a:rPr>
              <a:t>Manually Save a Copy</a:t>
            </a:r>
            <a:r>
              <a:rPr kumimoji="0" lang="zh-CN" altLang="zh-CN" sz="2000" b="0" i="0" u="none" strike="noStrike" cap="none" normalizeH="0" baseline="0">
                <a:ln>
                  <a:noFill/>
                </a:ln>
                <a:solidFill>
                  <a:schemeClr val="tx1"/>
                </a:solidFill>
                <a:effectLst/>
                <a:latin typeface="Arial" panose="020B0604020202020204" pitchFamily="34" charset="0"/>
              </a:rPr>
              <a:t>:</a:t>
            </a:r>
          </a:p>
          <a:p>
            <a:pPr marL="800100" marR="0" lvl="1" indent="-342900" algn="l" defTabSz="914400" rtl="0" eaLnBrk="0" fontAlgn="base" latinLnBrk="0" hangingPunct="0">
              <a:lnSpc>
                <a:spcPct val="100000"/>
              </a:lnSpc>
              <a:spcBef>
                <a:spcPct val="0"/>
              </a:spcBef>
              <a:buClr>
                <a:schemeClr val="accent1">
                  <a:lumMod val="50000"/>
                </a:schemeClr>
              </a:buClr>
              <a:buSzTx/>
              <a:buFont typeface="Wingdings" panose="05000000000000000000" pitchFamily="2" charset="2"/>
              <a:buChar char="n"/>
              <a:tabLst/>
            </a:pPr>
            <a:r>
              <a:rPr kumimoji="0" lang="zh-CN" altLang="zh-CN" sz="2000" b="1" i="0" u="none" strike="noStrike" cap="none" normalizeH="0" baseline="0">
                <a:ln>
                  <a:noFill/>
                </a:ln>
                <a:solidFill>
                  <a:schemeClr val="tx1"/>
                </a:solidFill>
                <a:effectLst/>
                <a:latin typeface="Arial" panose="020B0604020202020204" pitchFamily="34" charset="0"/>
              </a:rPr>
              <a:t>File</a:t>
            </a:r>
            <a:r>
              <a:rPr kumimoji="0" lang="zh-CN" altLang="zh-CN" sz="2000" b="0" i="0" u="none" strike="noStrike" cap="none" normalizeH="0" baseline="0">
                <a:ln>
                  <a:noFill/>
                </a:ln>
                <a:solidFill>
                  <a:schemeClr val="tx1"/>
                </a:solidFill>
                <a:effectLst/>
                <a:latin typeface="Arial" panose="020B0604020202020204" pitchFamily="34" charset="0"/>
              </a:rPr>
              <a:t> → </a:t>
            </a:r>
            <a:r>
              <a:rPr kumimoji="0" lang="zh-CN" altLang="zh-CN" sz="2000" b="1" i="0" u="none" strike="noStrike" cap="none" normalizeH="0" baseline="0">
                <a:ln>
                  <a:noFill/>
                </a:ln>
                <a:solidFill>
                  <a:schemeClr val="tx1"/>
                </a:solidFill>
                <a:effectLst/>
                <a:latin typeface="Arial" panose="020B0604020202020204" pitchFamily="34" charset="0"/>
              </a:rPr>
              <a:t>Save a copy in Drive</a:t>
            </a:r>
            <a:endParaRPr kumimoji="0" lang="zh-CN" altLang="zh-CN" sz="2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buClrTx/>
              <a:buSzTx/>
              <a:tabLst/>
            </a:pPr>
            <a:r>
              <a:rPr kumimoji="0" lang="zh-CN" altLang="zh-CN" sz="2000" b="1" i="0" u="none" strike="noStrike" cap="none" normalizeH="0" baseline="0">
                <a:ln>
                  <a:noFill/>
                </a:ln>
                <a:solidFill>
                  <a:schemeClr val="tx1"/>
                </a:solidFill>
                <a:effectLst/>
                <a:latin typeface="Arial" panose="020B0604020202020204" pitchFamily="34" charset="0"/>
              </a:rPr>
              <a:t>Download to Local Machine</a:t>
            </a:r>
            <a:r>
              <a:rPr kumimoji="0" lang="zh-CN" altLang="zh-CN" sz="2000" b="0" i="0" u="none" strike="noStrike" cap="none" normalizeH="0" baseline="0">
                <a:ln>
                  <a:noFill/>
                </a:ln>
                <a:solidFill>
                  <a:schemeClr val="tx1"/>
                </a:solidFill>
                <a:effectLst/>
                <a:latin typeface="Arial" panose="020B0604020202020204" pitchFamily="34" charset="0"/>
              </a:rPr>
              <a:t>:</a:t>
            </a:r>
          </a:p>
          <a:p>
            <a:pPr marL="800100" marR="0" lvl="1" indent="-342900" algn="l" defTabSz="914400" rtl="0" eaLnBrk="0" fontAlgn="base" latinLnBrk="0" hangingPunct="0">
              <a:lnSpc>
                <a:spcPct val="100000"/>
              </a:lnSpc>
              <a:spcBef>
                <a:spcPct val="0"/>
              </a:spcBef>
              <a:buClr>
                <a:schemeClr val="accent1">
                  <a:lumMod val="50000"/>
                </a:schemeClr>
              </a:buClr>
              <a:buSzTx/>
              <a:buFont typeface="Wingdings" panose="05000000000000000000" pitchFamily="2" charset="2"/>
              <a:buChar char="n"/>
              <a:tabLst/>
            </a:pPr>
            <a:r>
              <a:rPr kumimoji="0" lang="zh-CN" altLang="zh-CN" sz="2000" b="1" i="0" u="none" strike="noStrike" cap="none" normalizeH="0" baseline="0">
                <a:ln>
                  <a:noFill/>
                </a:ln>
                <a:solidFill>
                  <a:schemeClr val="tx1"/>
                </a:solidFill>
                <a:effectLst/>
                <a:latin typeface="Arial" panose="020B0604020202020204" pitchFamily="34" charset="0"/>
              </a:rPr>
              <a:t>File</a:t>
            </a:r>
            <a:r>
              <a:rPr kumimoji="0" lang="zh-CN" altLang="zh-CN" sz="2000" b="0" i="0" u="none" strike="noStrike" cap="none" normalizeH="0" baseline="0">
                <a:ln>
                  <a:noFill/>
                </a:ln>
                <a:solidFill>
                  <a:schemeClr val="tx1"/>
                </a:solidFill>
                <a:effectLst/>
                <a:latin typeface="Arial" panose="020B0604020202020204" pitchFamily="34" charset="0"/>
              </a:rPr>
              <a:t> → </a:t>
            </a:r>
            <a:r>
              <a:rPr kumimoji="0" lang="zh-CN" altLang="zh-CN" sz="2000" b="1" i="0" u="none" strike="noStrike" cap="none" normalizeH="0" baseline="0">
                <a:ln>
                  <a:noFill/>
                </a:ln>
                <a:solidFill>
                  <a:schemeClr val="tx1"/>
                </a:solidFill>
                <a:effectLst/>
                <a:latin typeface="Arial" panose="020B0604020202020204" pitchFamily="34" charset="0"/>
              </a:rPr>
              <a:t>Download</a:t>
            </a:r>
            <a:endParaRPr kumimoji="0" lang="en-US" altLang="zh-CN" sz="2000" b="1" i="0" u="none" strike="noStrike" cap="none" normalizeH="0" baseline="0">
              <a:ln>
                <a:noFill/>
              </a:ln>
              <a:solidFill>
                <a:schemeClr val="tx1"/>
              </a:solidFill>
              <a:effectLst/>
              <a:latin typeface="Arial" panose="020B0604020202020204" pitchFamily="34" charset="0"/>
            </a:endParaRPr>
          </a:p>
          <a:p>
            <a:pPr marR="0" lvl="1" algn="l" defTabSz="914400" rtl="0" eaLnBrk="0" fontAlgn="base" latinLnBrk="0" hangingPunct="0">
              <a:lnSpc>
                <a:spcPct val="100000"/>
              </a:lnSpc>
              <a:spcBef>
                <a:spcPct val="0"/>
              </a:spcBef>
              <a:buClr>
                <a:schemeClr val="accent1">
                  <a:lumMod val="50000"/>
                </a:schemeClr>
              </a:buClr>
              <a:buSzTx/>
              <a:tabLst/>
            </a:pPr>
            <a:endParaRPr kumimoji="0" lang="zh-CN" altLang="zh-CN" sz="2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buClrTx/>
              <a:buSzTx/>
              <a:tabLst/>
            </a:pPr>
            <a:r>
              <a:rPr kumimoji="0" lang="zh-CN" altLang="zh-CN" sz="2000" b="1" i="0" u="none" strike="noStrike" cap="none" normalizeH="0" baseline="0">
                <a:ln>
                  <a:noFill/>
                </a:ln>
                <a:solidFill>
                  <a:schemeClr val="tx1"/>
                </a:solidFill>
                <a:effectLst/>
                <a:latin typeface="Arial" panose="020B0604020202020204" pitchFamily="34" charset="0"/>
              </a:rPr>
              <a:t>Share</a:t>
            </a:r>
            <a:r>
              <a:rPr kumimoji="0" lang="zh-CN" altLang="zh-CN" sz="2000" b="0" i="0" u="none" strike="noStrike" cap="none" normalizeH="0" baseline="0">
                <a:ln>
                  <a:noFill/>
                </a:ln>
                <a:solidFill>
                  <a:schemeClr val="tx1"/>
                </a:solidFill>
                <a:effectLst/>
                <a:latin typeface="Arial" panose="020B0604020202020204" pitchFamily="34" charset="0"/>
              </a:rPr>
              <a:t>:</a:t>
            </a:r>
          </a:p>
          <a:p>
            <a:pPr marL="800100" marR="0" lvl="1" indent="-342900" algn="l" defTabSz="914400" rtl="0" eaLnBrk="0" fontAlgn="base" latinLnBrk="0" hangingPunct="0">
              <a:lnSpc>
                <a:spcPct val="100000"/>
              </a:lnSpc>
              <a:spcBef>
                <a:spcPct val="0"/>
              </a:spcBef>
              <a:buClr>
                <a:schemeClr val="accent1">
                  <a:lumMod val="50000"/>
                </a:schemeClr>
              </a:buClr>
              <a:buSzTx/>
              <a:buFont typeface="Wingdings" panose="05000000000000000000" pitchFamily="2" charset="2"/>
              <a:buChar char="n"/>
              <a:tabLst/>
            </a:pPr>
            <a:r>
              <a:rPr kumimoji="0" lang="zh-CN" altLang="zh-CN" sz="2000" b="0" i="0" u="none" strike="noStrike" cap="none" normalizeH="0" baseline="0">
                <a:ln>
                  <a:noFill/>
                </a:ln>
                <a:solidFill>
                  <a:schemeClr val="tx1"/>
                </a:solidFill>
                <a:effectLst/>
                <a:latin typeface="Arial" panose="020B0604020202020204" pitchFamily="34" charset="0"/>
              </a:rPr>
              <a:t>Click the </a:t>
            </a:r>
            <a:r>
              <a:rPr kumimoji="0" lang="zh-CN" altLang="zh-CN" sz="2000" b="1" i="0" u="none" strike="noStrike" cap="none" normalizeH="0" baseline="0">
                <a:ln>
                  <a:noFill/>
                </a:ln>
                <a:solidFill>
                  <a:schemeClr val="tx1"/>
                </a:solidFill>
                <a:effectLst/>
                <a:latin typeface="Arial" panose="020B0604020202020204" pitchFamily="34" charset="0"/>
              </a:rPr>
              <a:t>“Share”</a:t>
            </a:r>
            <a:r>
              <a:rPr kumimoji="0" lang="zh-CN" altLang="zh-CN" sz="2000" b="0" i="0" u="none" strike="noStrike" cap="none" normalizeH="0" baseline="0">
                <a:ln>
                  <a:noFill/>
                </a:ln>
                <a:solidFill>
                  <a:schemeClr val="tx1"/>
                </a:solidFill>
                <a:effectLst/>
                <a:latin typeface="Arial" panose="020B0604020202020204" pitchFamily="34" charset="0"/>
              </a:rPr>
              <a:t> button in the top-right corner.</a:t>
            </a:r>
          </a:p>
          <a:p>
            <a:pPr marL="800100" marR="0" lvl="1" indent="-342900" algn="l" defTabSz="914400" rtl="0" eaLnBrk="0" fontAlgn="base" latinLnBrk="0" hangingPunct="0">
              <a:lnSpc>
                <a:spcPct val="100000"/>
              </a:lnSpc>
              <a:spcBef>
                <a:spcPct val="0"/>
              </a:spcBef>
              <a:buClr>
                <a:schemeClr val="accent1">
                  <a:lumMod val="50000"/>
                </a:schemeClr>
              </a:buClr>
              <a:buSzTx/>
              <a:buFont typeface="Wingdings" panose="05000000000000000000" pitchFamily="2" charset="2"/>
              <a:buChar char="n"/>
              <a:tabLst/>
            </a:pPr>
            <a:r>
              <a:rPr kumimoji="0" lang="zh-CN" altLang="zh-CN" sz="2000" b="0" i="0" u="none" strike="noStrike" cap="none" normalizeH="0" baseline="0">
                <a:ln>
                  <a:noFill/>
                </a:ln>
                <a:solidFill>
                  <a:schemeClr val="tx1"/>
                </a:solidFill>
                <a:effectLst/>
                <a:latin typeface="Arial" panose="020B0604020202020204" pitchFamily="34" charset="0"/>
              </a:rPr>
              <a:t>Add collaborator emails </a:t>
            </a:r>
            <a:r>
              <a:rPr kumimoji="0" lang="zh-CN" altLang="zh-CN" sz="2000" b="1" i="0" u="none" strike="noStrike" cap="none" normalizeH="0" baseline="0">
                <a:ln>
                  <a:noFill/>
                </a:ln>
                <a:solidFill>
                  <a:schemeClr val="tx1"/>
                </a:solidFill>
                <a:effectLst/>
                <a:latin typeface="Arial" panose="020B0604020202020204" pitchFamily="34" charset="0"/>
              </a:rPr>
              <a:t>or</a:t>
            </a:r>
            <a:r>
              <a:rPr kumimoji="0" lang="zh-CN" altLang="zh-CN" sz="2000" b="0" i="0" u="none" strike="noStrike" cap="none" normalizeH="0" baseline="0">
                <a:ln>
                  <a:noFill/>
                </a:ln>
                <a:solidFill>
                  <a:schemeClr val="tx1"/>
                </a:solidFill>
                <a:effectLst/>
                <a:latin typeface="Arial" panose="020B0604020202020204" pitchFamily="34" charset="0"/>
              </a:rPr>
              <a:t> generate a shareable link.</a:t>
            </a:r>
          </a:p>
          <a:p>
            <a:pPr marL="800100" marR="0" lvl="1" indent="-342900" algn="l" defTabSz="914400" rtl="0" eaLnBrk="0" fontAlgn="base" latinLnBrk="0" hangingPunct="0">
              <a:lnSpc>
                <a:spcPct val="100000"/>
              </a:lnSpc>
              <a:spcBef>
                <a:spcPct val="0"/>
              </a:spcBef>
              <a:buClr>
                <a:schemeClr val="accent1">
                  <a:lumMod val="50000"/>
                </a:schemeClr>
              </a:buClr>
              <a:buSzTx/>
              <a:buFont typeface="Wingdings" panose="05000000000000000000" pitchFamily="2" charset="2"/>
              <a:buChar char="n"/>
              <a:tabLst/>
            </a:pPr>
            <a:r>
              <a:rPr kumimoji="0" lang="zh-CN" altLang="zh-CN" sz="2000" b="0" i="0" u="none" strike="noStrike" cap="none" normalizeH="0" baseline="0">
                <a:ln>
                  <a:noFill/>
                </a:ln>
                <a:solidFill>
                  <a:schemeClr val="tx1"/>
                </a:solidFill>
                <a:effectLst/>
                <a:latin typeface="Arial" panose="020B0604020202020204" pitchFamily="34" charset="0"/>
              </a:rPr>
              <a:t>Set permissions: </a:t>
            </a:r>
            <a:r>
              <a:rPr kumimoji="0" lang="zh-CN" altLang="zh-CN" sz="2000" b="1" i="0" u="none" strike="noStrike" cap="none" normalizeH="0" baseline="0">
                <a:ln>
                  <a:noFill/>
                </a:ln>
                <a:solidFill>
                  <a:schemeClr val="tx1"/>
                </a:solidFill>
                <a:effectLst/>
                <a:latin typeface="Arial" panose="020B0604020202020204" pitchFamily="34" charset="0"/>
              </a:rPr>
              <a:t>Viewer / Commenter / Editor</a:t>
            </a:r>
            <a:r>
              <a:rPr kumimoji="0" lang="zh-CN" altLang="zh-CN" sz="2000" b="0" i="0" u="none" strike="noStrike" cap="none" normalizeH="0" baseline="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7911561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AA8A5-F202-3AB6-BB8D-52A8F3A10DA7}"/>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31CFB881-78C4-DE0B-BD6F-3F4D22674500}"/>
              </a:ext>
            </a:extLst>
          </p:cNvPr>
          <p:cNvSpPr txBox="1"/>
          <p:nvPr/>
        </p:nvSpPr>
        <p:spPr>
          <a:xfrm>
            <a:off x="1092200" y="2459504"/>
            <a:ext cx="10390733" cy="1938992"/>
          </a:xfrm>
          <a:prstGeom prst="rect">
            <a:avLst/>
          </a:prstGeom>
          <a:noFill/>
        </p:spPr>
        <p:txBody>
          <a:bodyPr wrap="square">
            <a:spAutoFit/>
          </a:bodyPr>
          <a:lstStyle/>
          <a:p>
            <a:r>
              <a:rPr lang="en-US" altLang="zh-CN" sz="6000" b="1">
                <a:solidFill>
                  <a:schemeClr val="tx2"/>
                </a:solidFill>
                <a:latin typeface="Calibri" panose="020F0502020204030204" pitchFamily="34" charset="0"/>
                <a:ea typeface="Calibri" panose="020F0502020204030204" pitchFamily="34" charset="0"/>
                <a:cs typeface="Calibri" panose="020F0502020204030204" pitchFamily="34" charset="0"/>
              </a:rPr>
              <a:t>Cpter 2. </a:t>
            </a:r>
          </a:p>
          <a:p>
            <a:r>
              <a:rPr lang="en-US" altLang="zh-CN" sz="6000" b="1">
                <a:latin typeface="Calibri" panose="020F0502020204030204" pitchFamily="34" charset="0"/>
                <a:ea typeface="Calibri" panose="020F0502020204030204" pitchFamily="34" charset="0"/>
                <a:cs typeface="Calibri" panose="020F0502020204030204" pitchFamily="34" charset="0"/>
              </a:rPr>
              <a:t>Registration and Use of LLM</a:t>
            </a:r>
            <a:endParaRPr lang="en-US" altLang="zh-CN" sz="6000" b="1">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615897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1B7CC-E4A4-F43C-463E-F3EC9AA5A6F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0D2026D-68E5-65D3-3CE6-EB7C6DFF728B}"/>
              </a:ext>
            </a:extLst>
          </p:cNvPr>
          <p:cNvSpPr>
            <a:spLocks noChangeArrowheads="1"/>
          </p:cNvSpPr>
          <p:nvPr/>
        </p:nvSpPr>
        <p:spPr bwMode="auto">
          <a:xfrm>
            <a:off x="952500" y="1237738"/>
            <a:ext cx="10287000" cy="4678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buClrTx/>
              <a:buSzTx/>
              <a:buFontTx/>
              <a:buNone/>
              <a:tabLst/>
            </a:pPr>
            <a:r>
              <a:rPr kumimoji="0" lang="en-GB" altLang="zh-CN" sz="3600" b="1" i="0" u="none" strike="noStrike" cap="none" normalizeH="0" baseline="0">
                <a:ln>
                  <a:noFill/>
                </a:ln>
                <a:solidFill>
                  <a:schemeClr val="tx1"/>
                </a:solidFill>
                <a:effectLst/>
                <a:latin typeface="Arial" panose="020B0604020202020204" pitchFamily="34" charset="0"/>
              </a:rPr>
              <a:t>1. Register a DeepSeek Account</a:t>
            </a:r>
          </a:p>
          <a:p>
            <a:pPr marL="0" marR="0" lvl="0" indent="0" algn="l" defTabSz="914400" rtl="0" eaLnBrk="0" fontAlgn="base" latinLnBrk="0" hangingPunct="0">
              <a:lnSpc>
                <a:spcPct val="100000"/>
              </a:lnSpc>
              <a:spcBef>
                <a:spcPct val="0"/>
              </a:spcBef>
              <a:buClrTx/>
              <a:buSzTx/>
              <a:buFontTx/>
              <a:buNone/>
              <a:tabLst/>
            </a:pPr>
            <a:endParaRPr lang="en-GB" altLang="zh-CN" sz="2400" b="1">
              <a:latin typeface="Arial" panose="020B0604020202020204" pitchFamily="34" charset="0"/>
            </a:endParaRPr>
          </a:p>
          <a:p>
            <a:pPr>
              <a:spcAft>
                <a:spcPts val="1200"/>
              </a:spcAft>
            </a:pPr>
            <a:r>
              <a:rPr lang="en-US" altLang="zh-CN" sz="2400" b="1">
                <a:solidFill>
                  <a:schemeClr val="accent1">
                    <a:lumMod val="50000"/>
                  </a:schemeClr>
                </a:solidFill>
              </a:rPr>
              <a:t>Step 1: </a:t>
            </a:r>
            <a:r>
              <a:rPr lang="en-US" altLang="zh-CN" sz="2400" b="1"/>
              <a:t>Open the official website and chat portal</a:t>
            </a:r>
            <a:endParaRPr lang="en-US" altLang="zh-CN" sz="2400"/>
          </a:p>
          <a:p>
            <a:pPr marL="742950" lvl="1" indent="-285750">
              <a:spcAft>
                <a:spcPts val="1200"/>
              </a:spcAft>
              <a:buClr>
                <a:schemeClr val="accent1">
                  <a:lumMod val="50000"/>
                </a:schemeClr>
              </a:buClr>
              <a:buFont typeface="Wingdings" panose="05000000000000000000" pitchFamily="2" charset="2"/>
              <a:buChar char="n"/>
            </a:pPr>
            <a:r>
              <a:rPr lang="en-US" altLang="zh-CN" sz="2400" b="1"/>
              <a:t>Main website:</a:t>
            </a:r>
            <a:r>
              <a:rPr lang="en-US" altLang="zh-CN" sz="2400"/>
              <a:t> </a:t>
            </a:r>
            <a:r>
              <a:rPr lang="en-US" altLang="zh-CN" sz="2400" u="sng">
                <a:solidFill>
                  <a:schemeClr val="accent1">
                    <a:lumMod val="50000"/>
                  </a:schemeClr>
                </a:solidFill>
              </a:rPr>
              <a:t>deepseek.com </a:t>
            </a:r>
            <a:r>
              <a:rPr lang="en-US" altLang="zh-CN" sz="2400"/>
              <a:t>(links to both the chat interface and platform)</a:t>
            </a:r>
          </a:p>
          <a:p>
            <a:pPr marL="742950" lvl="1" indent="-285750">
              <a:spcAft>
                <a:spcPts val="1200"/>
              </a:spcAft>
              <a:buClr>
                <a:schemeClr val="accent1">
                  <a:lumMod val="50000"/>
                </a:schemeClr>
              </a:buClr>
              <a:buFont typeface="Wingdings" panose="05000000000000000000" pitchFamily="2" charset="2"/>
              <a:buChar char="n"/>
            </a:pPr>
            <a:r>
              <a:rPr lang="en-US" altLang="zh-CN" sz="2400" b="1"/>
              <a:t>Web chat:</a:t>
            </a:r>
            <a:r>
              <a:rPr lang="en-US" altLang="zh-CN" sz="2400"/>
              <a:t> </a:t>
            </a:r>
            <a:r>
              <a:rPr lang="en-US" altLang="zh-CN" sz="2400" u="sng">
                <a:solidFill>
                  <a:schemeClr val="accent1">
                    <a:lumMod val="50000"/>
                  </a:schemeClr>
                </a:solidFill>
              </a:rPr>
              <a:t>chat.deepseek.com </a:t>
            </a:r>
            <a:r>
              <a:rPr lang="en-US" altLang="zh-CN" sz="2400"/>
              <a:t>(recommended to use on desktop or mobile browser)</a:t>
            </a:r>
          </a:p>
          <a:p>
            <a:pPr marL="742950" lvl="1" indent="-285750">
              <a:spcAft>
                <a:spcPts val="1200"/>
              </a:spcAft>
              <a:buClr>
                <a:schemeClr val="accent1">
                  <a:lumMod val="50000"/>
                </a:schemeClr>
              </a:buClr>
              <a:buFont typeface="Wingdings" panose="05000000000000000000" pitchFamily="2" charset="2"/>
              <a:buChar char="n"/>
            </a:pPr>
            <a:endParaRPr lang="en-US" altLang="zh-CN" sz="2400"/>
          </a:p>
          <a:p>
            <a:pPr>
              <a:spcAft>
                <a:spcPts val="1200"/>
              </a:spcAft>
              <a:buNone/>
            </a:pPr>
            <a:r>
              <a:rPr lang="zh-CN" altLang="en-US" sz="2400"/>
              <a:t>💡 </a:t>
            </a:r>
            <a:r>
              <a:rPr lang="en-US" altLang="zh-CN" sz="2400" i="1"/>
              <a:t>Tip: </a:t>
            </a:r>
            <a:r>
              <a:rPr lang="en-US" altLang="zh-CN" sz="2400"/>
              <a:t>Bookmark both links for quick access. The main site is great for exploring all DeepSeek services, while the chat page takes you directly into conversations.</a:t>
            </a:r>
          </a:p>
          <a:p>
            <a:pPr marL="0" marR="0" lvl="0" indent="0" algn="l" defTabSz="914400" rtl="0" eaLnBrk="0" fontAlgn="base" latinLnBrk="0" hangingPunct="0">
              <a:lnSpc>
                <a:spcPct val="100000"/>
              </a:lnSpc>
              <a:spcBef>
                <a:spcPct val="0"/>
              </a:spcBef>
              <a:buClrTx/>
              <a:buSzTx/>
              <a:buFontTx/>
              <a:buNone/>
              <a:tabLst/>
            </a:pPr>
            <a:endParaRPr kumimoji="0" lang="zh-CN" altLang="zh-CN" sz="20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144158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21458-0E83-D17C-F833-80959DB8F6E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2B35A99-3F14-6ABA-2662-409FD60D033F}"/>
              </a:ext>
            </a:extLst>
          </p:cNvPr>
          <p:cNvSpPr>
            <a:spLocks noChangeArrowheads="1"/>
          </p:cNvSpPr>
          <p:nvPr/>
        </p:nvSpPr>
        <p:spPr bwMode="auto">
          <a:xfrm>
            <a:off x="922868" y="1295499"/>
            <a:ext cx="6857999" cy="5232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buNone/>
            </a:pPr>
            <a:r>
              <a:rPr lang="en-US" altLang="zh-CN" sz="3200" b="1">
                <a:solidFill>
                  <a:schemeClr val="accent1">
                    <a:lumMod val="50000"/>
                  </a:schemeClr>
                </a:solidFill>
              </a:rPr>
              <a:t>Step 2 </a:t>
            </a:r>
            <a:r>
              <a:rPr lang="en-US" altLang="zh-CN" sz="3200" b="1"/>
              <a:t>– Sign Up Using Your Phone</a:t>
            </a:r>
          </a:p>
          <a:p>
            <a:pPr algn="just">
              <a:buNone/>
            </a:pPr>
            <a:endParaRPr lang="en-US" altLang="zh-CN" sz="3200"/>
          </a:p>
          <a:p>
            <a:pPr algn="just"/>
            <a:r>
              <a:rPr lang="en-US" altLang="zh-CN" sz="2400" b="1"/>
              <a:t>Enter your mobile number:</a:t>
            </a:r>
            <a:r>
              <a:rPr lang="en-US" altLang="zh-CN" sz="2400"/>
              <a:t> Use a </a:t>
            </a:r>
            <a:r>
              <a:rPr lang="en-US" altLang="zh-CN" sz="2400" b="1"/>
              <a:t>+86 </a:t>
            </a:r>
            <a:r>
              <a:rPr lang="en-US" altLang="zh-CN" sz="2400"/>
              <a:t>phone number to log in or register.</a:t>
            </a:r>
          </a:p>
          <a:p>
            <a:pPr algn="just"/>
            <a:endParaRPr lang="en-US" altLang="zh-CN" sz="2400" b="1"/>
          </a:p>
          <a:p>
            <a:pPr algn="just"/>
            <a:r>
              <a:rPr lang="en-US" altLang="zh-CN" sz="2400" b="1"/>
              <a:t>Alternative method:</a:t>
            </a:r>
            <a:r>
              <a:rPr lang="en-US" altLang="zh-CN" sz="2400"/>
              <a:t> Scan the QR code on the right using </a:t>
            </a:r>
            <a:r>
              <a:rPr lang="en-US" altLang="zh-CN" sz="2400" b="1"/>
              <a:t>WeChat</a:t>
            </a:r>
            <a:r>
              <a:rPr lang="en-US" altLang="zh-CN" sz="2400"/>
              <a:t> to log in or register.</a:t>
            </a:r>
          </a:p>
          <a:p>
            <a:pPr algn="just"/>
            <a:endParaRPr lang="en-US" altLang="zh-CN" sz="2400"/>
          </a:p>
          <a:p>
            <a:pPr algn="just">
              <a:buNone/>
            </a:pPr>
            <a:r>
              <a:rPr lang="zh-CN" altLang="en-US" sz="2400"/>
              <a:t>💡 </a:t>
            </a:r>
            <a:r>
              <a:rPr lang="en-US" altLang="zh-CN" sz="2400" i="1"/>
              <a:t>Tip</a:t>
            </a:r>
            <a:r>
              <a:rPr lang="en-US" altLang="zh-CN" sz="2400" b="1"/>
              <a:t>: </a:t>
            </a:r>
            <a:r>
              <a:rPr lang="en-US" altLang="zh-CN" sz="2400"/>
              <a:t>If you do not receive the verification code, check your spam folder, wait 1–2 minutes, or try using a different active </a:t>
            </a:r>
            <a:r>
              <a:rPr lang="en-US" altLang="zh-CN" sz="2400" b="1"/>
              <a:t>email address</a:t>
            </a:r>
            <a:r>
              <a:rPr lang="en-US" altLang="zh-CN" sz="2400"/>
              <a:t>.</a:t>
            </a:r>
          </a:p>
          <a:p>
            <a:pPr marL="742950" lvl="1" indent="-285750" algn="just">
              <a:spcAft>
                <a:spcPts val="1200"/>
              </a:spcAft>
              <a:buClr>
                <a:schemeClr val="accent1">
                  <a:lumMod val="50000"/>
                </a:schemeClr>
              </a:buClr>
              <a:buFont typeface="Wingdings" panose="05000000000000000000" pitchFamily="2" charset="2"/>
              <a:buChar char="n"/>
            </a:pPr>
            <a:endParaRPr lang="en-US" altLang="zh-CN" sz="2400"/>
          </a:p>
          <a:p>
            <a:pPr marL="0" marR="0" lvl="0" indent="0" algn="just" defTabSz="914400" rtl="0" eaLnBrk="0" fontAlgn="base" latinLnBrk="0" hangingPunct="0">
              <a:lnSpc>
                <a:spcPct val="100000"/>
              </a:lnSpc>
              <a:spcBef>
                <a:spcPct val="0"/>
              </a:spcBef>
              <a:buClrTx/>
              <a:buSzTx/>
              <a:buFontTx/>
              <a:buNone/>
              <a:tabLst/>
            </a:pPr>
            <a:endParaRPr kumimoji="0" lang="zh-CN" altLang="zh-CN" sz="2000" b="0" i="0" u="none" strike="noStrike" cap="none" normalizeH="0" baseline="0">
              <a:ln>
                <a:noFill/>
              </a:ln>
              <a:solidFill>
                <a:schemeClr val="tx1"/>
              </a:solidFill>
              <a:effectLst/>
              <a:latin typeface="Arial" panose="020B0604020202020204" pitchFamily="34" charset="0"/>
            </a:endParaRPr>
          </a:p>
        </p:txBody>
      </p:sp>
      <p:pic>
        <p:nvPicPr>
          <p:cNvPr id="4" name="图片 3">
            <a:extLst>
              <a:ext uri="{FF2B5EF4-FFF2-40B4-BE49-F238E27FC236}">
                <a16:creationId xmlns:a16="http://schemas.microsoft.com/office/drawing/2014/main" id="{478079AC-B6E8-886C-273D-30DD8962E204}"/>
              </a:ext>
            </a:extLst>
          </p:cNvPr>
          <p:cNvPicPr>
            <a:picLocks noChangeAspect="1"/>
          </p:cNvPicPr>
          <p:nvPr/>
        </p:nvPicPr>
        <p:blipFill>
          <a:blip r:embed="rId3"/>
          <a:srcRect l="5555"/>
          <a:stretch>
            <a:fillRect/>
          </a:stretch>
        </p:blipFill>
        <p:spPr>
          <a:xfrm>
            <a:off x="7840134" y="1981200"/>
            <a:ext cx="3877294" cy="3716767"/>
          </a:xfrm>
          <a:prstGeom prst="rect">
            <a:avLst/>
          </a:prstGeom>
        </p:spPr>
      </p:pic>
    </p:spTree>
    <p:extLst>
      <p:ext uri="{BB962C8B-B14F-4D97-AF65-F5344CB8AC3E}">
        <p14:creationId xmlns:p14="http://schemas.microsoft.com/office/powerpoint/2010/main" val="32379423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956BF-D846-310C-86CE-94EE565ABBB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E9B3367-1297-4CF6-448B-7FDAEC37F23D}"/>
              </a:ext>
            </a:extLst>
          </p:cNvPr>
          <p:cNvSpPr>
            <a:spLocks noChangeArrowheads="1"/>
          </p:cNvSpPr>
          <p:nvPr/>
        </p:nvSpPr>
        <p:spPr bwMode="auto">
          <a:xfrm>
            <a:off x="979209" y="1300111"/>
            <a:ext cx="11052369" cy="5201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buNone/>
            </a:pPr>
            <a:r>
              <a:rPr lang="en-US" altLang="zh-CN" sz="3600" b="1"/>
              <a:t>2. Open and Basic Usage</a:t>
            </a:r>
          </a:p>
          <a:p>
            <a:pPr algn="just">
              <a:buNone/>
            </a:pPr>
            <a:endParaRPr lang="en-US" altLang="zh-CN" sz="2000" b="1"/>
          </a:p>
          <a:p>
            <a:pPr algn="just">
              <a:spcAft>
                <a:spcPts val="1200"/>
              </a:spcAft>
              <a:buNone/>
            </a:pPr>
            <a:r>
              <a:rPr lang="en-US" altLang="zh-CN" sz="2400" b="1"/>
              <a:t>Interface Overview:</a:t>
            </a:r>
          </a:p>
          <a:p>
            <a:pPr marL="342900" indent="-342900" algn="just">
              <a:spcAft>
                <a:spcPts val="1200"/>
              </a:spcAft>
              <a:buClr>
                <a:schemeClr val="accent1">
                  <a:lumMod val="50000"/>
                </a:schemeClr>
              </a:buClr>
              <a:buFont typeface="Wingdings" panose="05000000000000000000" pitchFamily="2" charset="2"/>
              <a:buChar char="n"/>
            </a:pPr>
            <a:r>
              <a:rPr lang="en-US" altLang="zh-CN" sz="2400" b="1"/>
              <a:t>Left panel: </a:t>
            </a:r>
            <a:r>
              <a:rPr lang="en-US" altLang="zh-CN" sz="2400"/>
              <a:t>Conversation list.</a:t>
            </a:r>
          </a:p>
          <a:p>
            <a:pPr marL="342900" indent="-342900" algn="just">
              <a:spcAft>
                <a:spcPts val="1200"/>
              </a:spcAft>
              <a:buClr>
                <a:schemeClr val="accent1">
                  <a:lumMod val="50000"/>
                </a:schemeClr>
              </a:buClr>
              <a:buFont typeface="Wingdings" panose="05000000000000000000" pitchFamily="2" charset="2"/>
              <a:buChar char="n"/>
            </a:pPr>
            <a:r>
              <a:rPr lang="en-US" altLang="zh-CN" sz="2400" b="1"/>
              <a:t>Right panel: </a:t>
            </a:r>
            <a:r>
              <a:rPr lang="en-US" altLang="zh-CN" sz="2400"/>
              <a:t>Input box for typing prompts or questions.</a:t>
            </a:r>
          </a:p>
          <a:p>
            <a:pPr marL="342900" indent="-342900" algn="just">
              <a:spcAft>
                <a:spcPts val="1200"/>
              </a:spcAft>
              <a:buClr>
                <a:schemeClr val="accent1">
                  <a:lumMod val="50000"/>
                </a:schemeClr>
              </a:buClr>
              <a:buFont typeface="Wingdings" panose="05000000000000000000" pitchFamily="2" charset="2"/>
              <a:buChar char="n"/>
            </a:pPr>
            <a:r>
              <a:rPr lang="en-US" altLang="zh-CN" sz="2400"/>
              <a:t>Mobile users can install the </a:t>
            </a:r>
            <a:r>
              <a:rPr lang="en-US" altLang="zh-CN" sz="2400" b="1"/>
              <a:t>DeepSeek App </a:t>
            </a:r>
            <a:r>
              <a:rPr lang="en-US" altLang="zh-CN" sz="2400"/>
              <a:t>(iOS/Android) to chat anytime, anywhere.</a:t>
            </a:r>
            <a:endParaRPr lang="en-US" altLang="zh-CN" sz="2400" b="1"/>
          </a:p>
          <a:p>
            <a:pPr algn="just">
              <a:spcAft>
                <a:spcPts val="1200"/>
              </a:spcAft>
              <a:buNone/>
            </a:pPr>
            <a:r>
              <a:rPr lang="en-US" altLang="zh-CN" sz="2400" b="1"/>
              <a:t>Model Selection (know the names):</a:t>
            </a:r>
          </a:p>
          <a:p>
            <a:pPr marL="342900" indent="-342900" algn="just">
              <a:spcAft>
                <a:spcPts val="1200"/>
              </a:spcAft>
              <a:buClr>
                <a:schemeClr val="accent1">
                  <a:lumMod val="50000"/>
                </a:schemeClr>
              </a:buClr>
              <a:buFont typeface="Wingdings" panose="05000000000000000000" pitchFamily="2" charset="2"/>
              <a:buChar char="n"/>
            </a:pPr>
            <a:r>
              <a:rPr lang="en-US" altLang="zh-CN" sz="2400" b="1"/>
              <a:t>DeepSeek-V3 (deepseek-chat): </a:t>
            </a:r>
            <a:r>
              <a:rPr lang="en-US" altLang="zh-CN" sz="2400"/>
              <a:t>Suitable for general conversation, writing, coding, and summarizing.</a:t>
            </a:r>
            <a:endParaRPr lang="en-US" altLang="zh-CN" sz="2400" b="1"/>
          </a:p>
          <a:p>
            <a:pPr marL="342900" indent="-342900" algn="just">
              <a:spcAft>
                <a:spcPts val="1200"/>
              </a:spcAft>
              <a:buClr>
                <a:schemeClr val="accent1">
                  <a:lumMod val="50000"/>
                </a:schemeClr>
              </a:buClr>
              <a:buFont typeface="Wingdings" panose="05000000000000000000" pitchFamily="2" charset="2"/>
              <a:buChar char="n"/>
            </a:pPr>
            <a:r>
              <a:rPr lang="en-US" altLang="zh-CN" sz="2400" b="1"/>
              <a:t>DeepSeek-R1 (deepseek-reasoner): </a:t>
            </a:r>
            <a:r>
              <a:rPr lang="en-US" altLang="zh-CN" sz="2400"/>
              <a:t>Focused on enhanced reasoning and problem-solving.</a:t>
            </a:r>
          </a:p>
        </p:txBody>
      </p:sp>
    </p:spTree>
    <p:extLst>
      <p:ext uri="{BB962C8B-B14F-4D97-AF65-F5344CB8AC3E}">
        <p14:creationId xmlns:p14="http://schemas.microsoft.com/office/powerpoint/2010/main" val="2800657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09401-6912-5F74-BD39-0339E3A736D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8E8F6F1-81D7-F923-40A8-81E673535AFA}"/>
              </a:ext>
            </a:extLst>
          </p:cNvPr>
          <p:cNvSpPr>
            <a:spLocks noChangeArrowheads="1"/>
          </p:cNvSpPr>
          <p:nvPr/>
        </p:nvSpPr>
        <p:spPr bwMode="auto">
          <a:xfrm>
            <a:off x="1008086" y="1164690"/>
            <a:ext cx="10175828" cy="4647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US" altLang="zh-CN" sz="4400" b="1"/>
              <a:t>3. Basic Operations</a:t>
            </a:r>
          </a:p>
          <a:p>
            <a:pPr>
              <a:buNone/>
            </a:pPr>
            <a:endParaRPr lang="en-US" altLang="zh-CN" sz="3200"/>
          </a:p>
          <a:p>
            <a:pPr marL="457200" indent="-457200">
              <a:spcAft>
                <a:spcPts val="2400"/>
              </a:spcAft>
              <a:buClr>
                <a:schemeClr val="accent1">
                  <a:lumMod val="50000"/>
                </a:schemeClr>
              </a:buClr>
              <a:buFont typeface="Wingdings" panose="05000000000000000000" pitchFamily="2" charset="2"/>
              <a:buChar char="n"/>
            </a:pPr>
            <a:r>
              <a:rPr lang="en-US" altLang="zh-CN" sz="3200"/>
              <a:t>Type your question or task directly into the input box.</a:t>
            </a:r>
          </a:p>
          <a:p>
            <a:pPr marL="457200" indent="-457200">
              <a:spcAft>
                <a:spcPts val="2400"/>
              </a:spcAft>
              <a:buClr>
                <a:schemeClr val="accent1">
                  <a:lumMod val="50000"/>
                </a:schemeClr>
              </a:buClr>
              <a:buFont typeface="Wingdings" panose="05000000000000000000" pitchFamily="2" charset="2"/>
              <a:buChar char="n"/>
            </a:pPr>
            <a:r>
              <a:rPr lang="en-US" altLang="zh-CN" sz="3200"/>
              <a:t>For long text, paste it in sections.</a:t>
            </a:r>
          </a:p>
          <a:p>
            <a:pPr marL="457200" indent="-457200">
              <a:spcAft>
                <a:spcPts val="2400"/>
              </a:spcAft>
              <a:buClr>
                <a:schemeClr val="accent1">
                  <a:lumMod val="50000"/>
                </a:schemeClr>
              </a:buClr>
              <a:buFont typeface="Wingdings" panose="05000000000000000000" pitchFamily="2" charset="2"/>
              <a:buChar char="n"/>
            </a:pPr>
            <a:r>
              <a:rPr lang="en-US" altLang="zh-CN" sz="3200"/>
              <a:t>Remember to </a:t>
            </a:r>
            <a:r>
              <a:rPr lang="en-US" altLang="zh-CN" sz="3200" b="1"/>
              <a:t>copy and save important results</a:t>
            </a:r>
            <a:r>
              <a:rPr lang="en-US" altLang="zh-CN" sz="3200"/>
              <a:t>.</a:t>
            </a:r>
          </a:p>
          <a:p>
            <a:pPr marL="457200" indent="-457200">
              <a:spcAft>
                <a:spcPts val="2400"/>
              </a:spcAft>
              <a:buClr>
                <a:schemeClr val="accent1">
                  <a:lumMod val="50000"/>
                </a:schemeClr>
              </a:buClr>
              <a:buFont typeface="Wingdings" panose="05000000000000000000" pitchFamily="2" charset="2"/>
              <a:buChar char="n"/>
            </a:pPr>
            <a:r>
              <a:rPr lang="en-US" altLang="zh-CN" sz="3200"/>
              <a:t>You can manage or delete your chat history in </a:t>
            </a:r>
            <a:r>
              <a:rPr lang="en-US" altLang="zh-CN" sz="3200" b="1"/>
              <a:t>Privacy Settings</a:t>
            </a:r>
            <a:r>
              <a:rPr lang="en-US" altLang="zh-CN" sz="3200"/>
              <a:t>.</a:t>
            </a:r>
          </a:p>
        </p:txBody>
      </p:sp>
    </p:spTree>
    <p:extLst>
      <p:ext uri="{BB962C8B-B14F-4D97-AF65-F5344CB8AC3E}">
        <p14:creationId xmlns:p14="http://schemas.microsoft.com/office/powerpoint/2010/main" val="2197810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2700D-62C2-95B3-BDD6-17CA8AD9B0B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86A45FC-77D4-F438-F916-5D1EEDC7C28C}"/>
              </a:ext>
            </a:extLst>
          </p:cNvPr>
          <p:cNvSpPr>
            <a:spLocks noChangeArrowheads="1"/>
          </p:cNvSpPr>
          <p:nvPr/>
        </p:nvSpPr>
        <p:spPr bwMode="auto">
          <a:xfrm>
            <a:off x="1008086" y="1177325"/>
            <a:ext cx="10175828"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US" altLang="zh-CN" sz="4400" b="1"/>
              <a:t>4. Use Cases for LLMs</a:t>
            </a:r>
          </a:p>
          <a:p>
            <a:pPr>
              <a:buNone/>
            </a:pPr>
            <a:endParaRPr lang="en-US" altLang="zh-CN" sz="3200"/>
          </a:p>
          <a:p>
            <a:pPr marL="457200" indent="-457200">
              <a:spcAft>
                <a:spcPts val="2400"/>
              </a:spcAft>
              <a:buClr>
                <a:schemeClr val="accent1">
                  <a:lumMod val="50000"/>
                </a:schemeClr>
              </a:buClr>
              <a:buFont typeface="Wingdings" panose="05000000000000000000" pitchFamily="2" charset="2"/>
              <a:buChar char="n"/>
            </a:pPr>
            <a:r>
              <a:rPr lang="en-US" altLang="zh-CN" sz="3200"/>
              <a:t>Content creation</a:t>
            </a:r>
          </a:p>
          <a:p>
            <a:pPr marL="457200" indent="-457200">
              <a:spcAft>
                <a:spcPts val="2400"/>
              </a:spcAft>
              <a:buClr>
                <a:schemeClr val="accent1">
                  <a:lumMod val="50000"/>
                </a:schemeClr>
              </a:buClr>
              <a:buFont typeface="Wingdings" panose="05000000000000000000" pitchFamily="2" charset="2"/>
              <a:buChar char="n"/>
            </a:pPr>
            <a:r>
              <a:rPr lang="en-US" altLang="zh-CN" sz="3200"/>
              <a:t>Summarization</a:t>
            </a:r>
          </a:p>
          <a:p>
            <a:pPr marL="457200" indent="-457200">
              <a:spcAft>
                <a:spcPts val="2400"/>
              </a:spcAft>
              <a:buClr>
                <a:schemeClr val="accent1">
                  <a:lumMod val="50000"/>
                </a:schemeClr>
              </a:buClr>
              <a:buFont typeface="Wingdings" panose="05000000000000000000" pitchFamily="2" charset="2"/>
              <a:buChar char="n"/>
            </a:pPr>
            <a:r>
              <a:rPr lang="en-US" altLang="zh-CN" sz="3200"/>
              <a:t>Classification</a:t>
            </a:r>
          </a:p>
          <a:p>
            <a:pPr marL="457200" indent="-457200">
              <a:spcAft>
                <a:spcPts val="2400"/>
              </a:spcAft>
              <a:buClr>
                <a:schemeClr val="accent1">
                  <a:lumMod val="50000"/>
                </a:schemeClr>
              </a:buClr>
              <a:buFont typeface="Wingdings" panose="05000000000000000000" pitchFamily="2" charset="2"/>
              <a:buChar char="n"/>
            </a:pPr>
            <a:r>
              <a:rPr lang="en-US" altLang="zh-CN" sz="3200"/>
              <a:t>Extraction</a:t>
            </a:r>
          </a:p>
        </p:txBody>
      </p:sp>
      <p:sp>
        <p:nvSpPr>
          <p:cNvPr id="3" name="Rectangle 1">
            <a:extLst>
              <a:ext uri="{FF2B5EF4-FFF2-40B4-BE49-F238E27FC236}">
                <a16:creationId xmlns:a16="http://schemas.microsoft.com/office/drawing/2014/main" id="{920EAE36-0332-41E2-D8FE-7BBE05BE59FB}"/>
              </a:ext>
            </a:extLst>
          </p:cNvPr>
          <p:cNvSpPr>
            <a:spLocks noChangeArrowheads="1"/>
          </p:cNvSpPr>
          <p:nvPr/>
        </p:nvSpPr>
        <p:spPr bwMode="auto">
          <a:xfrm>
            <a:off x="6448381" y="1854434"/>
            <a:ext cx="10175828"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endParaRPr lang="en-US" altLang="zh-CN" sz="3200"/>
          </a:p>
          <a:p>
            <a:pPr marL="457200" indent="-457200">
              <a:spcAft>
                <a:spcPts val="2400"/>
              </a:spcAft>
              <a:buClr>
                <a:schemeClr val="accent1">
                  <a:lumMod val="50000"/>
                </a:schemeClr>
              </a:buClr>
              <a:buFont typeface="Wingdings" panose="05000000000000000000" pitchFamily="2" charset="2"/>
              <a:buChar char="n"/>
            </a:pPr>
            <a:r>
              <a:rPr lang="en-US" altLang="zh-CN" sz="3200"/>
              <a:t>Editing</a:t>
            </a:r>
          </a:p>
          <a:p>
            <a:pPr marL="457200" indent="-457200">
              <a:spcAft>
                <a:spcPts val="2400"/>
              </a:spcAft>
              <a:buClr>
                <a:schemeClr val="accent1">
                  <a:lumMod val="50000"/>
                </a:schemeClr>
              </a:buClr>
              <a:buFont typeface="Wingdings" panose="05000000000000000000" pitchFamily="2" charset="2"/>
              <a:buChar char="n"/>
            </a:pPr>
            <a:r>
              <a:rPr lang="en-US" altLang="zh-CN" sz="3200"/>
              <a:t>Problem-solving</a:t>
            </a:r>
          </a:p>
          <a:p>
            <a:pPr marL="457200" indent="-457200">
              <a:spcAft>
                <a:spcPts val="2400"/>
              </a:spcAft>
              <a:buClr>
                <a:schemeClr val="accent1">
                  <a:lumMod val="50000"/>
                </a:schemeClr>
              </a:buClr>
              <a:buFont typeface="Wingdings" panose="05000000000000000000" pitchFamily="2" charset="2"/>
              <a:buChar char="n"/>
            </a:pPr>
            <a:r>
              <a:rPr lang="en-US" altLang="zh-CN" sz="3200"/>
              <a:t>Translation</a:t>
            </a:r>
          </a:p>
          <a:p>
            <a:pPr>
              <a:spcAft>
                <a:spcPts val="2400"/>
              </a:spcAft>
              <a:buClr>
                <a:schemeClr val="accent1">
                  <a:lumMod val="50000"/>
                </a:schemeClr>
              </a:buClr>
            </a:pPr>
            <a:endParaRPr lang="en-US" altLang="zh-CN" sz="3200"/>
          </a:p>
        </p:txBody>
      </p:sp>
    </p:spTree>
    <p:extLst>
      <p:ext uri="{BB962C8B-B14F-4D97-AF65-F5344CB8AC3E}">
        <p14:creationId xmlns:p14="http://schemas.microsoft.com/office/powerpoint/2010/main" val="33301383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6677E-3453-AFE2-713D-34408871234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3A596BE-2F78-23CC-14D3-B80F7FD9D4B6}"/>
              </a:ext>
            </a:extLst>
          </p:cNvPr>
          <p:cNvSpPr>
            <a:spLocks noChangeArrowheads="1"/>
          </p:cNvSpPr>
          <p:nvPr/>
        </p:nvSpPr>
        <p:spPr bwMode="auto">
          <a:xfrm>
            <a:off x="973916" y="1167706"/>
            <a:ext cx="10244168"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US" altLang="zh-CN" sz="4400" b="1"/>
              <a:t>5. Prompting Best Practices</a:t>
            </a:r>
          </a:p>
          <a:p>
            <a:pPr>
              <a:buNone/>
            </a:pPr>
            <a:endParaRPr lang="en-US" altLang="zh-CN" sz="3200"/>
          </a:p>
          <a:p>
            <a:pPr marL="457200" indent="-457200" algn="just">
              <a:spcAft>
                <a:spcPts val="2400"/>
              </a:spcAft>
              <a:buClr>
                <a:schemeClr val="accent1">
                  <a:lumMod val="50000"/>
                </a:schemeClr>
              </a:buClr>
              <a:buFont typeface="Wingdings" panose="05000000000000000000" pitchFamily="2" charset="2"/>
              <a:buChar char="n"/>
            </a:pPr>
            <a:r>
              <a:rPr lang="en-US" altLang="zh-CN" sz="3200"/>
              <a:t>Prompting is an essential skill for getting the most out of generative AI. </a:t>
            </a:r>
          </a:p>
          <a:p>
            <a:pPr marL="457200" indent="-457200" algn="just">
              <a:spcAft>
                <a:spcPts val="2400"/>
              </a:spcAft>
              <a:buClr>
                <a:schemeClr val="accent1">
                  <a:lumMod val="50000"/>
                </a:schemeClr>
              </a:buClr>
              <a:buFont typeface="Wingdings" panose="05000000000000000000" pitchFamily="2" charset="2"/>
              <a:buChar char="n"/>
            </a:pPr>
            <a:r>
              <a:rPr lang="en-US" altLang="zh-CN" sz="3200"/>
              <a:t>To get the best results from an AI tool, you need to craft a good prompt. </a:t>
            </a:r>
          </a:p>
          <a:p>
            <a:pPr marL="457200" indent="-457200" algn="just">
              <a:spcAft>
                <a:spcPts val="2400"/>
              </a:spcAft>
              <a:buClr>
                <a:schemeClr val="accent1">
                  <a:lumMod val="50000"/>
                </a:schemeClr>
              </a:buClr>
              <a:buFont typeface="Wingdings" panose="05000000000000000000" pitchFamily="2" charset="2"/>
              <a:buChar char="n"/>
            </a:pPr>
            <a:r>
              <a:rPr lang="en-US" altLang="zh-CN" sz="3200"/>
              <a:t>A good prompt follows a simple framework: </a:t>
            </a:r>
            <a:r>
              <a:rPr lang="en-US" altLang="zh-CN" sz="3200" b="1"/>
              <a:t>Task, Context, References, Evaluate, and Iterate. </a:t>
            </a:r>
            <a:endParaRPr lang="en-US" altLang="zh-CN" sz="3200"/>
          </a:p>
        </p:txBody>
      </p:sp>
    </p:spTree>
    <p:extLst>
      <p:ext uri="{BB962C8B-B14F-4D97-AF65-F5344CB8AC3E}">
        <p14:creationId xmlns:p14="http://schemas.microsoft.com/office/powerpoint/2010/main" val="7827716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1B4CD-4D38-5BBB-95B5-9AD589EB7CC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88CDF5D-1BD7-2A3D-0C0B-0FF9F8069CA9}"/>
              </a:ext>
            </a:extLst>
          </p:cNvPr>
          <p:cNvSpPr>
            <a:spLocks noChangeArrowheads="1"/>
          </p:cNvSpPr>
          <p:nvPr/>
        </p:nvSpPr>
        <p:spPr bwMode="auto">
          <a:xfrm>
            <a:off x="973916" y="1432301"/>
            <a:ext cx="10244168"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US" altLang="zh-CN" sz="4000" b="1">
                <a:solidFill>
                  <a:schemeClr val="accent1">
                    <a:lumMod val="50000"/>
                  </a:schemeClr>
                </a:solidFill>
              </a:rPr>
              <a:t>Step 1:</a:t>
            </a:r>
            <a:r>
              <a:rPr lang="zh-CN" altLang="en-US" sz="4000" b="1">
                <a:solidFill>
                  <a:schemeClr val="accent1">
                    <a:lumMod val="50000"/>
                  </a:schemeClr>
                </a:solidFill>
              </a:rPr>
              <a:t> </a:t>
            </a:r>
            <a:r>
              <a:rPr lang="en-GB" altLang="zh-CN" sz="4000" b="1"/>
              <a:t>Specify the task</a:t>
            </a:r>
            <a:endParaRPr lang="en-US" altLang="zh-CN" sz="4000" b="1"/>
          </a:p>
          <a:p>
            <a:pPr>
              <a:buNone/>
            </a:pPr>
            <a:endParaRPr lang="en-US" altLang="zh-CN" sz="2800"/>
          </a:p>
          <a:p>
            <a:pPr algn="just">
              <a:spcAft>
                <a:spcPts val="2400"/>
              </a:spcAft>
              <a:buClr>
                <a:schemeClr val="accent1">
                  <a:lumMod val="50000"/>
                </a:schemeClr>
              </a:buClr>
            </a:pPr>
            <a:r>
              <a:rPr lang="en-US" altLang="zh-CN" sz="2800"/>
              <a:t>Specifying your task is the foundation of every prompt. Describe in detail what you want the AI tool to do, be clear and avoid ambiguity. </a:t>
            </a:r>
          </a:p>
          <a:p>
            <a:pPr marL="457200" indent="-457200" algn="just">
              <a:spcAft>
                <a:spcPts val="2400"/>
              </a:spcAft>
              <a:buClr>
                <a:schemeClr val="accent1">
                  <a:lumMod val="50000"/>
                </a:schemeClr>
              </a:buClr>
              <a:buFont typeface="Wingdings" panose="05000000000000000000" pitchFamily="2" charset="2"/>
              <a:buChar char="n"/>
            </a:pPr>
            <a:r>
              <a:rPr lang="en-US" altLang="zh-CN" sz="2800" b="1"/>
              <a:t>Task: </a:t>
            </a:r>
            <a:r>
              <a:rPr lang="en-US" altLang="zh-CN" sz="2800"/>
              <a:t>What action do you want the tool to help you with? </a:t>
            </a:r>
          </a:p>
          <a:p>
            <a:pPr marL="457200" indent="-457200" algn="just">
              <a:spcAft>
                <a:spcPts val="2400"/>
              </a:spcAft>
              <a:buClr>
                <a:schemeClr val="accent1">
                  <a:lumMod val="50000"/>
                </a:schemeClr>
              </a:buClr>
              <a:buFont typeface="Wingdings" panose="05000000000000000000" pitchFamily="2" charset="2"/>
              <a:buChar char="n"/>
            </a:pPr>
            <a:r>
              <a:rPr lang="en-US" altLang="zh-CN" sz="2800" b="1"/>
              <a:t>Format: </a:t>
            </a:r>
            <a:r>
              <a:rPr lang="en-US" altLang="zh-CN" sz="2800"/>
              <a:t>How do you want the output to be formatted?</a:t>
            </a:r>
          </a:p>
        </p:txBody>
      </p:sp>
    </p:spTree>
    <p:extLst>
      <p:ext uri="{BB962C8B-B14F-4D97-AF65-F5344CB8AC3E}">
        <p14:creationId xmlns:p14="http://schemas.microsoft.com/office/powerpoint/2010/main" val="37419318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8A41D-ACA7-36F0-CED0-621E1087B81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A7D690B-F6AF-D569-7EDB-56E4993990CC}"/>
              </a:ext>
            </a:extLst>
          </p:cNvPr>
          <p:cNvSpPr>
            <a:spLocks noChangeArrowheads="1"/>
          </p:cNvSpPr>
          <p:nvPr/>
        </p:nvSpPr>
        <p:spPr bwMode="auto">
          <a:xfrm>
            <a:off x="973916" y="1217734"/>
            <a:ext cx="10244168" cy="477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US" altLang="zh-CN" sz="4000" b="1">
                <a:solidFill>
                  <a:schemeClr val="accent1">
                    <a:lumMod val="50000"/>
                  </a:schemeClr>
                </a:solidFill>
              </a:rPr>
              <a:t>Step 1:</a:t>
            </a:r>
            <a:r>
              <a:rPr lang="zh-CN" altLang="en-US" sz="4000" b="1">
                <a:solidFill>
                  <a:schemeClr val="accent1">
                    <a:lumMod val="50000"/>
                  </a:schemeClr>
                </a:solidFill>
              </a:rPr>
              <a:t> </a:t>
            </a:r>
            <a:r>
              <a:rPr lang="en-GB" altLang="zh-CN" sz="4000" b="1"/>
              <a:t>Specify the task: Example</a:t>
            </a:r>
          </a:p>
          <a:p>
            <a:pPr>
              <a:buNone/>
            </a:pPr>
            <a:endParaRPr lang="en-US" altLang="zh-CN" sz="2800"/>
          </a:p>
          <a:p>
            <a:pPr algn="just">
              <a:spcAft>
                <a:spcPts val="2400"/>
              </a:spcAft>
              <a:buClr>
                <a:schemeClr val="accent1">
                  <a:lumMod val="50000"/>
                </a:schemeClr>
              </a:buClr>
            </a:pPr>
            <a:r>
              <a:rPr lang="en-US" altLang="zh-CN" sz="2800"/>
              <a:t>Here's an example of a prompt that includes a specific task and a format:</a:t>
            </a:r>
          </a:p>
          <a:p>
            <a:pPr algn="just">
              <a:spcAft>
                <a:spcPts val="2400"/>
              </a:spcAft>
              <a:buClr>
                <a:schemeClr val="accent1">
                  <a:lumMod val="50000"/>
                </a:schemeClr>
              </a:buClr>
            </a:pPr>
            <a:endParaRPr lang="en-US" altLang="zh-CN" sz="2800"/>
          </a:p>
          <a:p>
            <a:pPr algn="just">
              <a:spcAft>
                <a:spcPts val="2400"/>
              </a:spcAft>
              <a:buClr>
                <a:schemeClr val="accent1">
                  <a:lumMod val="50000"/>
                </a:schemeClr>
              </a:buClr>
            </a:pPr>
            <a:r>
              <a:rPr lang="zh-CN" altLang="en-US" sz="2800">
                <a:solidFill>
                  <a:schemeClr val="accent1">
                    <a:lumMod val="50000"/>
                  </a:schemeClr>
                </a:solidFill>
              </a:rPr>
              <a:t>“</a:t>
            </a:r>
            <a:r>
              <a:rPr lang="en-US" altLang="zh-CN" sz="2800">
                <a:solidFill>
                  <a:schemeClr val="accent1">
                    <a:lumMod val="50000"/>
                  </a:schemeClr>
                </a:solidFill>
              </a:rPr>
              <a:t>Annotate the following Python code for absolute beginners. Explain each line clearly, avoid technical jargon, and use friendly, easy-to-understand language. Add inline comments starting with # above or beside the relevant code.</a:t>
            </a:r>
            <a:r>
              <a:rPr lang="zh-CN" altLang="en-US" sz="2800">
                <a:solidFill>
                  <a:schemeClr val="accent1">
                    <a:lumMod val="50000"/>
                  </a:schemeClr>
                </a:solidFill>
              </a:rPr>
              <a:t>”</a:t>
            </a:r>
            <a:endParaRPr lang="en-US" altLang="zh-CN" sz="2800">
              <a:solidFill>
                <a:schemeClr val="accent1">
                  <a:lumMod val="50000"/>
                </a:schemeClr>
              </a:solidFill>
            </a:endParaRPr>
          </a:p>
        </p:txBody>
      </p:sp>
    </p:spTree>
    <p:extLst>
      <p:ext uri="{BB962C8B-B14F-4D97-AF65-F5344CB8AC3E}">
        <p14:creationId xmlns:p14="http://schemas.microsoft.com/office/powerpoint/2010/main" val="8649069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3463E-FD5A-0AF5-FB1C-F4DEFBCF21F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72F2DD8-FB10-88D0-162A-6146D3E0A08E}"/>
              </a:ext>
            </a:extLst>
          </p:cNvPr>
          <p:cNvSpPr>
            <a:spLocks noChangeArrowheads="1"/>
          </p:cNvSpPr>
          <p:nvPr/>
        </p:nvSpPr>
        <p:spPr bwMode="auto">
          <a:xfrm>
            <a:off x="973916" y="1221537"/>
            <a:ext cx="10244168" cy="4647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US" altLang="zh-CN" sz="4000" b="1">
                <a:solidFill>
                  <a:schemeClr val="accent1">
                    <a:lumMod val="50000"/>
                  </a:schemeClr>
                </a:solidFill>
              </a:rPr>
              <a:t>Step 2:</a:t>
            </a:r>
            <a:r>
              <a:rPr lang="zh-CN" altLang="en-US" sz="4000" b="1">
                <a:solidFill>
                  <a:schemeClr val="accent1">
                    <a:lumMod val="50000"/>
                  </a:schemeClr>
                </a:solidFill>
              </a:rPr>
              <a:t> </a:t>
            </a:r>
            <a:r>
              <a:rPr lang="en-GB" altLang="zh-CN" sz="4000" b="1"/>
              <a:t>Provide necessary context</a:t>
            </a:r>
          </a:p>
          <a:p>
            <a:pPr>
              <a:buNone/>
            </a:pPr>
            <a:endParaRPr lang="en-US" altLang="zh-CN" sz="2800"/>
          </a:p>
          <a:p>
            <a:pPr algn="just">
              <a:spcAft>
                <a:spcPts val="2400"/>
              </a:spcAft>
              <a:buClr>
                <a:schemeClr val="accent1">
                  <a:lumMod val="50000"/>
                </a:schemeClr>
              </a:buClr>
            </a:pPr>
            <a:r>
              <a:rPr lang="en-US" altLang="zh-CN" sz="2800"/>
              <a:t>Including detailed context in your prompts can narrow an AI tool's focus, enabling it to produce more tailored and effective output. Contextual information in your prompts might include:</a:t>
            </a:r>
          </a:p>
          <a:p>
            <a:pPr marL="457200" indent="-457200" algn="just">
              <a:spcAft>
                <a:spcPts val="2400"/>
              </a:spcAft>
              <a:buClr>
                <a:schemeClr val="accent1">
                  <a:lumMod val="50000"/>
                </a:schemeClr>
              </a:buClr>
              <a:buFont typeface="Wingdings" panose="05000000000000000000" pitchFamily="2" charset="2"/>
              <a:buChar char="n"/>
            </a:pPr>
            <a:r>
              <a:rPr lang="en-US" altLang="zh-CN" sz="2800"/>
              <a:t>Reasons and objectives for performing the task</a:t>
            </a:r>
          </a:p>
          <a:p>
            <a:pPr marL="457200" indent="-457200" algn="just">
              <a:spcAft>
                <a:spcPts val="2400"/>
              </a:spcAft>
              <a:buClr>
                <a:schemeClr val="accent1">
                  <a:lumMod val="50000"/>
                </a:schemeClr>
              </a:buClr>
              <a:buFont typeface="Wingdings" panose="05000000000000000000" pitchFamily="2" charset="2"/>
              <a:buChar char="n"/>
            </a:pPr>
            <a:r>
              <a:rPr lang="en-US" altLang="zh-CN" sz="2800"/>
              <a:t>Rules or guidelines that the output must follow</a:t>
            </a:r>
          </a:p>
          <a:p>
            <a:pPr marL="457200" indent="-457200" algn="just">
              <a:spcAft>
                <a:spcPts val="2400"/>
              </a:spcAft>
              <a:buClr>
                <a:schemeClr val="accent1">
                  <a:lumMod val="50000"/>
                </a:schemeClr>
              </a:buClr>
              <a:buFont typeface="Wingdings" panose="05000000000000000000" pitchFamily="2" charset="2"/>
              <a:buChar char="n"/>
            </a:pPr>
            <a:r>
              <a:rPr lang="en-US" altLang="zh-CN" sz="2800"/>
              <a:t>Relevant background information the tool should consider</a:t>
            </a:r>
          </a:p>
        </p:txBody>
      </p:sp>
    </p:spTree>
    <p:extLst>
      <p:ext uri="{BB962C8B-B14F-4D97-AF65-F5344CB8AC3E}">
        <p14:creationId xmlns:p14="http://schemas.microsoft.com/office/powerpoint/2010/main" val="23511401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A7E88-B0B0-5B54-E12E-304F9E187A5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DDF6AB4-E3A6-3BE7-E9E1-5256129B975C}"/>
              </a:ext>
            </a:extLst>
          </p:cNvPr>
          <p:cNvSpPr>
            <a:spLocks noChangeArrowheads="1"/>
          </p:cNvSpPr>
          <p:nvPr/>
        </p:nvSpPr>
        <p:spPr bwMode="auto">
          <a:xfrm>
            <a:off x="973916" y="1371622"/>
            <a:ext cx="10244168" cy="4462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US" altLang="zh-CN" sz="4000" b="1">
                <a:solidFill>
                  <a:schemeClr val="accent1">
                    <a:lumMod val="50000"/>
                  </a:schemeClr>
                </a:solidFill>
              </a:rPr>
              <a:t>Step 2: </a:t>
            </a:r>
            <a:r>
              <a:rPr lang="en-US" altLang="zh-CN" sz="4000" b="1"/>
              <a:t>Provide necessary context: </a:t>
            </a:r>
            <a:r>
              <a:rPr lang="en-GB" altLang="zh-CN" sz="4000" b="1"/>
              <a:t>Example</a:t>
            </a:r>
          </a:p>
          <a:p>
            <a:pPr>
              <a:buNone/>
            </a:pPr>
            <a:endParaRPr lang="en-US" altLang="zh-CN" sz="2800"/>
          </a:p>
          <a:p>
            <a:pPr algn="just">
              <a:spcAft>
                <a:spcPts val="2400"/>
              </a:spcAft>
              <a:buClr>
                <a:schemeClr val="accent1">
                  <a:lumMod val="50000"/>
                </a:schemeClr>
              </a:buClr>
            </a:pPr>
            <a:r>
              <a:rPr lang="en-US" altLang="zh-CN" sz="2800"/>
              <a:t>Here's an example of a prompt that provides necessary context</a:t>
            </a:r>
          </a:p>
          <a:p>
            <a:pPr algn="just">
              <a:spcAft>
                <a:spcPts val="2400"/>
              </a:spcAft>
              <a:buClr>
                <a:schemeClr val="accent1">
                  <a:lumMod val="50000"/>
                </a:schemeClr>
              </a:buClr>
            </a:pPr>
            <a:r>
              <a:rPr lang="zh-CN" altLang="en-US" sz="2800">
                <a:solidFill>
                  <a:schemeClr val="accent1">
                    <a:lumMod val="50000"/>
                  </a:schemeClr>
                </a:solidFill>
              </a:rPr>
              <a:t>“</a:t>
            </a:r>
            <a:r>
              <a:rPr lang="en-US" altLang="zh-CN" sz="2800">
                <a:solidFill>
                  <a:schemeClr val="accent1">
                    <a:lumMod val="50000"/>
                  </a:schemeClr>
                </a:solidFill>
              </a:rPr>
              <a:t>Annotate the following Python code for absolute beginners. Explain each line clearly, avoid technical jargon, and use friendly, easy-to-understand language. Add inline comments starting with # above or beside the relevant code. </a:t>
            </a:r>
            <a:r>
              <a:rPr lang="en-US" altLang="zh-CN" sz="2800" b="1">
                <a:solidFill>
                  <a:schemeClr val="accent1">
                    <a:lumMod val="50000"/>
                  </a:schemeClr>
                </a:solidFill>
              </a:rPr>
              <a:t>The annotated code will be used in an introductory programming class to help students understand both what the code does and why each step is necessary.</a:t>
            </a:r>
            <a:r>
              <a:rPr lang="zh-CN" altLang="en-US" sz="2800" b="1">
                <a:solidFill>
                  <a:schemeClr val="accent1">
                    <a:lumMod val="50000"/>
                  </a:schemeClr>
                </a:solidFill>
              </a:rPr>
              <a:t>”</a:t>
            </a:r>
            <a:endParaRPr lang="en-US" altLang="zh-CN" sz="2800" b="1">
              <a:solidFill>
                <a:schemeClr val="accent1">
                  <a:lumMod val="50000"/>
                </a:schemeClr>
              </a:solidFill>
            </a:endParaRPr>
          </a:p>
        </p:txBody>
      </p:sp>
    </p:spTree>
    <p:extLst>
      <p:ext uri="{BB962C8B-B14F-4D97-AF65-F5344CB8AC3E}">
        <p14:creationId xmlns:p14="http://schemas.microsoft.com/office/powerpoint/2010/main" val="31397738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5F0E0-814A-160C-848B-22633952B8C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FA508C3-22CE-6304-DB07-128B20FBFF26}"/>
              </a:ext>
            </a:extLst>
          </p:cNvPr>
          <p:cNvSpPr>
            <a:spLocks noChangeArrowheads="1"/>
          </p:cNvSpPr>
          <p:nvPr/>
        </p:nvSpPr>
        <p:spPr bwMode="auto">
          <a:xfrm>
            <a:off x="973916" y="1233296"/>
            <a:ext cx="10244168" cy="5201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US" altLang="zh-CN" sz="4000" b="1">
                <a:solidFill>
                  <a:schemeClr val="accent1">
                    <a:lumMod val="50000"/>
                  </a:schemeClr>
                </a:solidFill>
              </a:rPr>
              <a:t>Step 3:</a:t>
            </a:r>
            <a:r>
              <a:rPr lang="zh-CN" altLang="en-US" sz="4000" b="1">
                <a:solidFill>
                  <a:schemeClr val="accent1">
                    <a:lumMod val="50000"/>
                  </a:schemeClr>
                </a:solidFill>
              </a:rPr>
              <a:t> </a:t>
            </a:r>
            <a:r>
              <a:rPr lang="en-GB" altLang="zh-CN" sz="4000" b="1"/>
              <a:t>Include references as examples</a:t>
            </a:r>
            <a:endParaRPr lang="en-US" altLang="zh-CN" sz="4000" b="1"/>
          </a:p>
          <a:p>
            <a:pPr>
              <a:buNone/>
            </a:pPr>
            <a:endParaRPr lang="en-US" altLang="zh-CN" sz="2800"/>
          </a:p>
          <a:p>
            <a:pPr algn="just">
              <a:spcAft>
                <a:spcPts val="2400"/>
              </a:spcAft>
              <a:buClr>
                <a:schemeClr val="accent1">
                  <a:lumMod val="50000"/>
                </a:schemeClr>
              </a:buClr>
            </a:pPr>
            <a:r>
              <a:rPr lang="en-US" altLang="zh-CN" sz="2800"/>
              <a:t>References provide examples or resources that illustrate what you want an AI tool to produce. They specify details about your desired output, such as the style, tone, and format. </a:t>
            </a:r>
          </a:p>
          <a:p>
            <a:pPr algn="just">
              <a:spcAft>
                <a:spcPts val="2400"/>
              </a:spcAft>
              <a:buClr>
                <a:schemeClr val="accent1">
                  <a:lumMod val="50000"/>
                </a:schemeClr>
              </a:buClr>
            </a:pPr>
            <a:r>
              <a:rPr lang="en-US" altLang="zh-CN" sz="2800" b="1"/>
              <a:t>Example:</a:t>
            </a:r>
          </a:p>
          <a:p>
            <a:pPr algn="just">
              <a:buClr>
                <a:schemeClr val="accent1">
                  <a:lumMod val="50000"/>
                </a:schemeClr>
              </a:buClr>
            </a:pPr>
            <a:r>
              <a:rPr lang="en-US" altLang="zh-CN" sz="2800">
                <a:solidFill>
                  <a:schemeClr val="accent5">
                    <a:lumMod val="75000"/>
                  </a:schemeClr>
                </a:solidFill>
              </a:rPr>
              <a:t># This is a simple program that prints "Hello, World!"  </a:t>
            </a:r>
          </a:p>
          <a:p>
            <a:pPr algn="just">
              <a:buClr>
                <a:schemeClr val="accent1">
                  <a:lumMod val="50000"/>
                </a:schemeClr>
              </a:buClr>
            </a:pPr>
            <a:r>
              <a:rPr lang="en-US" altLang="zh-CN" sz="2800">
                <a:solidFill>
                  <a:schemeClr val="accent5">
                    <a:lumMod val="75000"/>
                  </a:schemeClr>
                </a:solidFill>
              </a:rPr>
              <a:t># print() is a function that displays text on the screen  </a:t>
            </a:r>
          </a:p>
          <a:p>
            <a:pPr algn="just">
              <a:buClr>
                <a:schemeClr val="accent1">
                  <a:lumMod val="50000"/>
                </a:schemeClr>
              </a:buClr>
            </a:pPr>
            <a:r>
              <a:rPr lang="en-US" altLang="zh-CN" sz="2800">
                <a:solidFill>
                  <a:schemeClr val="tx2"/>
                </a:solidFill>
              </a:rPr>
              <a:t>print("Hello, World!") </a:t>
            </a:r>
          </a:p>
          <a:p>
            <a:pPr algn="just">
              <a:spcAft>
                <a:spcPts val="2400"/>
              </a:spcAft>
              <a:buClr>
                <a:schemeClr val="accent1">
                  <a:lumMod val="50000"/>
                </a:schemeClr>
              </a:buClr>
            </a:pPr>
            <a:endParaRPr lang="en-US" altLang="zh-CN" sz="2800"/>
          </a:p>
        </p:txBody>
      </p:sp>
    </p:spTree>
    <p:extLst>
      <p:ext uri="{BB962C8B-B14F-4D97-AF65-F5344CB8AC3E}">
        <p14:creationId xmlns:p14="http://schemas.microsoft.com/office/powerpoint/2010/main" val="42660548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70413-05A1-29FF-3584-14A30DD342E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BD5B67A-3732-0E10-FC1B-1C3A1EBB6AD5}"/>
              </a:ext>
            </a:extLst>
          </p:cNvPr>
          <p:cNvSpPr>
            <a:spLocks noChangeArrowheads="1"/>
          </p:cNvSpPr>
          <p:nvPr/>
        </p:nvSpPr>
        <p:spPr bwMode="auto">
          <a:xfrm>
            <a:off x="673046" y="1237129"/>
            <a:ext cx="10845907" cy="5155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US" altLang="zh-CN" sz="3200" b="1"/>
              <a:t>Here‘s an example of a prompt that includes specific task, context and references</a:t>
            </a:r>
            <a:r>
              <a:rPr lang="zh-CN" altLang="en-US" sz="3200" b="1"/>
              <a:t>：</a:t>
            </a:r>
            <a:endParaRPr lang="en-US" altLang="zh-CN" sz="2800" b="1"/>
          </a:p>
          <a:p>
            <a:pPr algn="just">
              <a:spcAft>
                <a:spcPts val="600"/>
              </a:spcAft>
              <a:buClr>
                <a:schemeClr val="accent1">
                  <a:lumMod val="50000"/>
                </a:schemeClr>
              </a:buClr>
            </a:pPr>
            <a:endParaRPr lang="en-US" altLang="zh-CN" sz="2400"/>
          </a:p>
          <a:p>
            <a:pPr algn="just">
              <a:spcAft>
                <a:spcPts val="600"/>
              </a:spcAft>
              <a:buClr>
                <a:schemeClr val="accent1">
                  <a:lumMod val="50000"/>
                </a:schemeClr>
              </a:buClr>
            </a:pPr>
            <a:r>
              <a:rPr lang="en-US" altLang="zh-CN" sz="2400"/>
              <a:t>Annotate the following Python code for absolute beginners. Explain each line clearly, avoid technical jargon, and use friendly, easy-to-understand language. Add inline comments starting with # above or beside the relevant code. The annotated code will be used in an introductory programming class to help students understand both what the code does and why each step is necessary.</a:t>
            </a:r>
          </a:p>
          <a:p>
            <a:pPr algn="just">
              <a:spcAft>
                <a:spcPts val="600"/>
              </a:spcAft>
              <a:buClr>
                <a:schemeClr val="accent1">
                  <a:lumMod val="50000"/>
                </a:schemeClr>
              </a:buClr>
            </a:pPr>
            <a:r>
              <a:rPr lang="en-US" altLang="zh-CN" sz="2400"/>
              <a:t>Reference:</a:t>
            </a:r>
          </a:p>
          <a:p>
            <a:pPr algn="just">
              <a:spcAft>
                <a:spcPts val="600"/>
              </a:spcAft>
              <a:buClr>
                <a:schemeClr val="accent1">
                  <a:lumMod val="50000"/>
                </a:schemeClr>
              </a:buClr>
            </a:pPr>
            <a:r>
              <a:rPr lang="en-US" altLang="zh-CN" sz="2400">
                <a:solidFill>
                  <a:schemeClr val="accent5">
                    <a:lumMod val="75000"/>
                  </a:schemeClr>
                </a:solidFill>
              </a:rPr>
              <a:t># This is a simple program that prints "Hello, World!"  </a:t>
            </a:r>
          </a:p>
          <a:p>
            <a:pPr algn="just">
              <a:spcAft>
                <a:spcPts val="600"/>
              </a:spcAft>
              <a:buClr>
                <a:schemeClr val="accent1">
                  <a:lumMod val="50000"/>
                </a:schemeClr>
              </a:buClr>
            </a:pPr>
            <a:r>
              <a:rPr lang="en-US" altLang="zh-CN" sz="2400">
                <a:solidFill>
                  <a:schemeClr val="accent5">
                    <a:lumMod val="75000"/>
                  </a:schemeClr>
                </a:solidFill>
              </a:rPr>
              <a:t># print() is a function that displays text on the screen  </a:t>
            </a:r>
          </a:p>
          <a:p>
            <a:pPr algn="just">
              <a:spcAft>
                <a:spcPts val="600"/>
              </a:spcAft>
              <a:buClr>
                <a:schemeClr val="accent1">
                  <a:lumMod val="50000"/>
                </a:schemeClr>
              </a:buClr>
            </a:pPr>
            <a:r>
              <a:rPr lang="en-US" altLang="zh-CN" sz="2400">
                <a:solidFill>
                  <a:schemeClr val="tx2"/>
                </a:solidFill>
              </a:rPr>
              <a:t>print("Hello, World!") </a:t>
            </a:r>
          </a:p>
        </p:txBody>
      </p:sp>
    </p:spTree>
    <p:extLst>
      <p:ext uri="{BB962C8B-B14F-4D97-AF65-F5344CB8AC3E}">
        <p14:creationId xmlns:p14="http://schemas.microsoft.com/office/powerpoint/2010/main" val="10375278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EC2F0-B8F6-AA7E-70FB-0C1D3A247C1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DE74190-98B1-5997-031A-C1BB4823E76F}"/>
              </a:ext>
            </a:extLst>
          </p:cNvPr>
          <p:cNvSpPr>
            <a:spLocks noChangeArrowheads="1"/>
          </p:cNvSpPr>
          <p:nvPr/>
        </p:nvSpPr>
        <p:spPr bwMode="auto">
          <a:xfrm>
            <a:off x="973916" y="1197620"/>
            <a:ext cx="10244168" cy="4462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US" altLang="zh-CN" sz="4000" b="1">
                <a:solidFill>
                  <a:schemeClr val="accent1">
                    <a:lumMod val="50000"/>
                  </a:schemeClr>
                </a:solidFill>
              </a:rPr>
              <a:t>Step 4:</a:t>
            </a:r>
            <a:r>
              <a:rPr lang="zh-CN" altLang="en-US" sz="4000" b="1">
                <a:solidFill>
                  <a:schemeClr val="accent1">
                    <a:lumMod val="50000"/>
                  </a:schemeClr>
                </a:solidFill>
              </a:rPr>
              <a:t> </a:t>
            </a:r>
            <a:r>
              <a:rPr lang="en-GB" altLang="zh-CN" sz="4000" b="1"/>
              <a:t>Evaluate your output</a:t>
            </a:r>
            <a:endParaRPr lang="en-US" altLang="zh-CN" sz="4000" b="1"/>
          </a:p>
          <a:p>
            <a:pPr>
              <a:buNone/>
            </a:pPr>
            <a:endParaRPr lang="en-US" altLang="zh-CN" sz="2800"/>
          </a:p>
          <a:p>
            <a:pPr marL="457200" indent="-457200" algn="just">
              <a:spcAft>
                <a:spcPts val="2400"/>
              </a:spcAft>
              <a:buClr>
                <a:schemeClr val="accent1">
                  <a:lumMod val="50000"/>
                </a:schemeClr>
              </a:buClr>
              <a:buFont typeface="Wingdings" panose="05000000000000000000" pitchFamily="2" charset="2"/>
              <a:buChar char="n"/>
            </a:pPr>
            <a:r>
              <a:rPr lang="en-US" altLang="zh-CN" sz="2800"/>
              <a:t>AI tools vary in their training and capabilities. Each tool has unique strengths and limitations, which can influence the quality of their output. </a:t>
            </a:r>
          </a:p>
          <a:p>
            <a:pPr marL="457200" indent="-457200" algn="just">
              <a:spcAft>
                <a:spcPts val="2400"/>
              </a:spcAft>
              <a:buClr>
                <a:schemeClr val="accent1">
                  <a:lumMod val="50000"/>
                </a:schemeClr>
              </a:buClr>
              <a:buFont typeface="Wingdings" panose="05000000000000000000" pitchFamily="2" charset="2"/>
              <a:buChar char="n"/>
            </a:pPr>
            <a:r>
              <a:rPr lang="en-US" altLang="zh-CN" sz="2800"/>
              <a:t>After receiving a response from an AI tool, it's essential to carefully evaluate the quality and effectiveness of the AI-generated content before using it or sharing the output with others.</a:t>
            </a:r>
          </a:p>
        </p:txBody>
      </p:sp>
    </p:spTree>
    <p:extLst>
      <p:ext uri="{BB962C8B-B14F-4D97-AF65-F5344CB8AC3E}">
        <p14:creationId xmlns:p14="http://schemas.microsoft.com/office/powerpoint/2010/main" val="33043504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81EFF-CF12-7823-C4E8-3FEFBBD3887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0B86EDE-07B9-4428-4BAF-0079A627FF70}"/>
              </a:ext>
            </a:extLst>
          </p:cNvPr>
          <p:cNvSpPr>
            <a:spLocks noChangeArrowheads="1"/>
          </p:cNvSpPr>
          <p:nvPr/>
        </p:nvSpPr>
        <p:spPr bwMode="auto">
          <a:xfrm>
            <a:off x="973916" y="1069668"/>
            <a:ext cx="10244168" cy="5201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US" altLang="zh-CN" sz="4000" b="1">
                <a:solidFill>
                  <a:schemeClr val="accent1">
                    <a:lumMod val="50000"/>
                  </a:schemeClr>
                </a:solidFill>
              </a:rPr>
              <a:t>Step 5:</a:t>
            </a:r>
            <a:r>
              <a:rPr lang="zh-CN" altLang="en-US" sz="4000" b="1">
                <a:solidFill>
                  <a:schemeClr val="accent1">
                    <a:lumMod val="50000"/>
                  </a:schemeClr>
                </a:solidFill>
              </a:rPr>
              <a:t> </a:t>
            </a:r>
            <a:r>
              <a:rPr lang="en-GB" altLang="zh-CN" sz="4000" b="1"/>
              <a:t>Iterate for better results</a:t>
            </a:r>
            <a:endParaRPr lang="en-US" altLang="zh-CN" sz="4000" b="1"/>
          </a:p>
          <a:p>
            <a:pPr>
              <a:buNone/>
            </a:pPr>
            <a:endParaRPr lang="en-US" altLang="zh-CN" sz="2800"/>
          </a:p>
          <a:p>
            <a:pPr algn="just">
              <a:spcAft>
                <a:spcPts val="2400"/>
              </a:spcAft>
              <a:buClr>
                <a:schemeClr val="accent1">
                  <a:lumMod val="50000"/>
                </a:schemeClr>
              </a:buClr>
            </a:pPr>
            <a:r>
              <a:rPr lang="en-US" altLang="zh-CN" sz="2800"/>
              <a:t>Even well-crafted prompts may not produce ideal results on the first try. This is where iteration comes in—the process of refining your prompt based on the AI's output. Think of iteration like having a back-and-forth conversation with an AI tool. </a:t>
            </a:r>
          </a:p>
          <a:p>
            <a:pPr algn="just">
              <a:spcAft>
                <a:spcPts val="2400"/>
              </a:spcAft>
              <a:buClr>
                <a:schemeClr val="accent1">
                  <a:lumMod val="50000"/>
                </a:schemeClr>
              </a:buClr>
            </a:pPr>
            <a:r>
              <a:rPr lang="en-US" altLang="zh-CN" sz="2800" b="1"/>
              <a:t>The exchange typically flows like this:</a:t>
            </a:r>
          </a:p>
          <a:p>
            <a:pPr algn="just">
              <a:spcAft>
                <a:spcPts val="2400"/>
              </a:spcAft>
              <a:buClr>
                <a:schemeClr val="accent1">
                  <a:lumMod val="50000"/>
                </a:schemeClr>
              </a:buClr>
            </a:pPr>
            <a:r>
              <a:rPr lang="en-US" altLang="zh-CN" sz="2800"/>
              <a:t>You provide an initial prompt.</a:t>
            </a:r>
            <a:r>
              <a:rPr lang="zh-CN" altLang="en-US" sz="2800"/>
              <a:t>➡</a:t>
            </a:r>
            <a:r>
              <a:rPr lang="en-US" altLang="zh-CN" sz="2800"/>
              <a:t>The AI tool responds with an output.</a:t>
            </a:r>
            <a:r>
              <a:rPr lang="zh-CN" altLang="en-US" sz="2800"/>
              <a:t> ➡</a:t>
            </a:r>
            <a:r>
              <a:rPr lang="en-US" altLang="zh-CN" sz="2800"/>
              <a:t>You evaluate the AI-generated response.</a:t>
            </a:r>
            <a:r>
              <a:rPr lang="zh-CN" altLang="en-US" sz="2800"/>
              <a:t> ➡</a:t>
            </a:r>
            <a:r>
              <a:rPr lang="en-GB" altLang="zh-CN" sz="2800"/>
              <a:t>You refine your request.</a:t>
            </a:r>
            <a:r>
              <a:rPr lang="zh-CN" altLang="en-US" sz="2800"/>
              <a:t> ➡</a:t>
            </a:r>
            <a:r>
              <a:rPr lang="en-US" altLang="zh-CN" sz="2800"/>
              <a:t>The cycle repeats until you produce the desired results.</a:t>
            </a:r>
          </a:p>
        </p:txBody>
      </p:sp>
    </p:spTree>
    <p:extLst>
      <p:ext uri="{BB962C8B-B14F-4D97-AF65-F5344CB8AC3E}">
        <p14:creationId xmlns:p14="http://schemas.microsoft.com/office/powerpoint/2010/main" val="29599247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98880-DB69-3CC0-55CE-B881AAA5A62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3A04F8E-9F3D-CAA3-B302-D91AF639E6B1}"/>
              </a:ext>
            </a:extLst>
          </p:cNvPr>
          <p:cNvSpPr>
            <a:spLocks noChangeArrowheads="1"/>
          </p:cNvSpPr>
          <p:nvPr/>
        </p:nvSpPr>
        <p:spPr bwMode="auto">
          <a:xfrm>
            <a:off x="810287" y="1217734"/>
            <a:ext cx="10244168" cy="477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buNone/>
            </a:pPr>
            <a:r>
              <a:rPr lang="zh-CN" altLang="en-US" sz="4000"/>
              <a:t>💡</a:t>
            </a:r>
            <a:r>
              <a:rPr lang="en-US" altLang="zh-CN" sz="4000" b="1"/>
              <a:t>Pro Tip: </a:t>
            </a:r>
          </a:p>
          <a:p>
            <a:pPr algn="just">
              <a:buNone/>
            </a:pPr>
            <a:endParaRPr lang="en-US" altLang="zh-CN" sz="4000" b="1"/>
          </a:p>
          <a:p>
            <a:pPr algn="just">
              <a:buNone/>
            </a:pPr>
            <a:r>
              <a:rPr lang="en-US" altLang="zh-CN" sz="3200"/>
              <a:t>When you've arrived at an effective prompt for a particular task, save it! </a:t>
            </a:r>
          </a:p>
          <a:p>
            <a:pPr algn="just">
              <a:buNone/>
            </a:pPr>
            <a:endParaRPr lang="en-US" altLang="zh-CN" sz="3200"/>
          </a:p>
          <a:p>
            <a:pPr algn="just">
              <a:buNone/>
            </a:pPr>
            <a:r>
              <a:rPr lang="en-US" altLang="zh-CN" sz="3200"/>
              <a:t>You can use your most effective prompts as templates for different use cases and needs. This can help you replicate successful AI-output consistently—without starting from scratch each time.</a:t>
            </a:r>
            <a:endParaRPr lang="en-US" altLang="zh-CN" sz="2000"/>
          </a:p>
        </p:txBody>
      </p:sp>
    </p:spTree>
    <p:extLst>
      <p:ext uri="{BB962C8B-B14F-4D97-AF65-F5344CB8AC3E}">
        <p14:creationId xmlns:p14="http://schemas.microsoft.com/office/powerpoint/2010/main" val="22621301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DF638-D240-209A-3BDF-2483ECE58E9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0FEDB14-107B-FAED-630D-B05CC057005C}"/>
              </a:ext>
            </a:extLst>
          </p:cNvPr>
          <p:cNvSpPr>
            <a:spLocks noChangeArrowheads="1"/>
          </p:cNvSpPr>
          <p:nvPr/>
        </p:nvSpPr>
        <p:spPr bwMode="auto">
          <a:xfrm>
            <a:off x="1092200" y="2513969"/>
            <a:ext cx="10244168"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buNone/>
            </a:pPr>
            <a:r>
              <a:rPr lang="en-US" altLang="zh-CN" sz="8800" b="1"/>
              <a:t>Let's try!</a:t>
            </a:r>
          </a:p>
        </p:txBody>
      </p:sp>
    </p:spTree>
    <p:extLst>
      <p:ext uri="{BB962C8B-B14F-4D97-AF65-F5344CB8AC3E}">
        <p14:creationId xmlns:p14="http://schemas.microsoft.com/office/powerpoint/2010/main" val="21471347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D0132-0F3A-D6E9-43E9-33463ED5A98C}"/>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F6319E00-5926-61FD-5003-4DFD9CA611CA}"/>
              </a:ext>
            </a:extLst>
          </p:cNvPr>
          <p:cNvSpPr txBox="1"/>
          <p:nvPr/>
        </p:nvSpPr>
        <p:spPr>
          <a:xfrm>
            <a:off x="996524" y="4929520"/>
            <a:ext cx="5757579" cy="1631216"/>
          </a:xfrm>
          <a:prstGeom prst="rect">
            <a:avLst/>
          </a:prstGeom>
          <a:noFill/>
        </p:spPr>
        <p:txBody>
          <a:bodyPr wrap="square">
            <a:spAutoFit/>
          </a:bodyPr>
          <a:lstStyle/>
          <a:p>
            <a:r>
              <a:rPr lang="zh-CN" altLang="en-US" sz="2000" b="1"/>
              <a:t>📬 </a:t>
            </a:r>
            <a:r>
              <a:rPr lang="en-US" altLang="zh-CN" sz="2000" b="1"/>
              <a:t>Contact Information:</a:t>
            </a:r>
            <a:endParaRPr lang="zh-CN" altLang="en-US" sz="2000" b="1"/>
          </a:p>
          <a:p>
            <a:endParaRPr lang="en-GB" altLang="zh-CN" sz="2000"/>
          </a:p>
          <a:p>
            <a:r>
              <a:rPr lang="en-GB" altLang="zh-CN" sz="2000">
                <a:hlinkClick r:id="rId3"/>
              </a:rPr>
              <a:t>zhanzhanzhao@cuhk.edu.cn</a:t>
            </a:r>
            <a:r>
              <a:rPr lang="en-GB" altLang="zh-CN" sz="2000"/>
              <a:t> (Dr. Zhao Zhanzhan)	</a:t>
            </a:r>
          </a:p>
          <a:p>
            <a:r>
              <a:rPr lang="en-GB" altLang="zh-CN" sz="2000">
                <a:hlinkClick r:id="rId4"/>
              </a:rPr>
              <a:t>225080011@link.cuhk.edu.cn</a:t>
            </a:r>
            <a:r>
              <a:rPr lang="en-GB" altLang="zh-CN" sz="2000"/>
              <a:t> (Jia Xiao )</a:t>
            </a:r>
          </a:p>
          <a:p>
            <a:endParaRPr lang="en-GB" altLang="zh-CN" sz="2000"/>
          </a:p>
        </p:txBody>
      </p:sp>
      <p:sp>
        <p:nvSpPr>
          <p:cNvPr id="13" name="文本框 12">
            <a:extLst>
              <a:ext uri="{FF2B5EF4-FFF2-40B4-BE49-F238E27FC236}">
                <a16:creationId xmlns:a16="http://schemas.microsoft.com/office/drawing/2014/main" id="{B8A5F852-FFDA-191C-C512-8737A1ECC13E}"/>
              </a:ext>
            </a:extLst>
          </p:cNvPr>
          <p:cNvSpPr txBox="1"/>
          <p:nvPr/>
        </p:nvSpPr>
        <p:spPr>
          <a:xfrm>
            <a:off x="2226365" y="2097975"/>
            <a:ext cx="7739269" cy="2292935"/>
          </a:xfrm>
          <a:prstGeom prst="rect">
            <a:avLst/>
          </a:prstGeom>
          <a:noFill/>
        </p:spPr>
        <p:txBody>
          <a:bodyPr wrap="square">
            <a:spAutoFit/>
          </a:bodyPr>
          <a:lstStyle/>
          <a:p>
            <a:pPr algn="ctr"/>
            <a:r>
              <a:rPr lang="en-GB" altLang="zh-CN" sz="11500" b="1"/>
              <a:t>Thank You!</a:t>
            </a:r>
          </a:p>
          <a:p>
            <a:pPr algn="ctr"/>
            <a:r>
              <a:rPr lang="en-US" altLang="zh-CN" sz="2800"/>
              <a:t>Thank you for your attention and participation.</a:t>
            </a:r>
            <a:endParaRPr lang="zh-CN" altLang="en-US" sz="2800"/>
          </a:p>
        </p:txBody>
      </p:sp>
    </p:spTree>
    <p:extLst>
      <p:ext uri="{BB962C8B-B14F-4D97-AF65-F5344CB8AC3E}">
        <p14:creationId xmlns:p14="http://schemas.microsoft.com/office/powerpoint/2010/main" val="2569692300"/>
      </p:ext>
    </p:extLst>
  </p:cSld>
  <p:clrMapOvr>
    <a:masterClrMapping/>
  </p:clrMapOvr>
</p:sld>
</file>

<file path=ppt/theme/theme1.xml><?xml version="1.0" encoding="utf-8"?>
<a:theme xmlns:a="http://schemas.openxmlformats.org/drawingml/2006/main" name="Office 主题​​">
  <a:themeElements>
    <a:clrScheme name="中性">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1350</TotalTime>
  <Words>2254</Words>
  <Application>Microsoft Macintosh PowerPoint</Application>
  <PresentationFormat>宽屏</PresentationFormat>
  <Paragraphs>249</Paragraphs>
  <Slides>36</Slides>
  <Notes>36</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36</vt:i4>
      </vt:variant>
    </vt:vector>
  </HeadingPairs>
  <TitlesOfParts>
    <vt:vector size="43" baseType="lpstr">
      <vt:lpstr>等线</vt:lpstr>
      <vt:lpstr>Arial</vt:lpstr>
      <vt:lpstr>Calibri</vt:lpstr>
      <vt:lpstr>Calibri Light</vt:lpstr>
      <vt:lpstr>MS Reference Sans Serif</vt:lpstr>
      <vt:lpstr>Wingdings</vt:lpstr>
      <vt:lpstr>Office 主题​​</vt:lpstr>
      <vt:lpstr>Lab 1:  Google Colab &amp;LLM Using  (AIE1901)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Xiao JIA</dc:creator>
  <cp:lastModifiedBy>Peter J</cp:lastModifiedBy>
  <cp:revision>13</cp:revision>
  <dcterms:created xsi:type="dcterms:W3CDTF">2025-08-06T08:03:29Z</dcterms:created>
  <dcterms:modified xsi:type="dcterms:W3CDTF">2025-12-19T03:05:12Z</dcterms:modified>
</cp:coreProperties>
</file>